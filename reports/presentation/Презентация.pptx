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71"/>
    <p:restoredTop sz="94673"/>
  </p:normalViewPr>
  <p:slideViewPr>
    <p:cSldViewPr snapToGrid="0">
      <p:cViewPr varScale="1">
        <p:scale>
          <a:sx n="48" d="100"/>
          <a:sy n="48" d="100"/>
        </p:scale>
        <p:origin x="192" y="2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Клиенты train</c:v>
          </c:tx>
          <c:spPr>
            <a:solidFill>
              <a:srgbClr val="285A8E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B48324"/>
              </a:solidFill>
            </c:spPr>
            <c:extLst>
              <c:ext xmlns:c16="http://schemas.microsoft.com/office/drawing/2014/chart" uri="{C3380CC4-5D6E-409C-BE32-E72D297353CC}">
                <c16:uniqueId val="{00000001-D228-524E-8BD2-DBCAF251CD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latin typeface="Helvetica Neue"/>
                    <a:ea typeface="Helvetica Neue"/>
                    <a:cs typeface="Helvetica Neue"/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Нет дефолта</c:v>
                </c:pt>
                <c:pt idx="1">
                  <c:v>Дефолт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18691</c:v>
                </c:pt>
                <c:pt idx="1">
                  <c:v>5308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228-524E-8BD2-DBCAF251CD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>
                    <a:latin typeface="Helvetica Neue"/>
                    <a:ea typeface="Helvetica Neue"/>
                    <a:cs typeface="Helvetica Neue"/>
                  </a:rPr>
                  <a:t>Клиенты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CV ROC-AUC</c:v>
          </c:tx>
          <c:spPr>
            <a:solidFill>
              <a:srgbClr val="285A8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C969D"/>
              </a:solidFill>
            </c:spPr>
            <c:extLst>
              <c:ext xmlns:c16="http://schemas.microsoft.com/office/drawing/2014/chart" uri="{C3380CC4-5D6E-409C-BE32-E72D297353CC}">
                <c16:uniqueId val="{00000001-2CDB-B54D-B8C9-9523A39A7253}"/>
              </c:ext>
            </c:extLst>
          </c:dPt>
          <c:dPt>
            <c:idx val="5"/>
            <c:invertIfNegative val="0"/>
            <c:bubble3D val="0"/>
            <c:spPr>
              <a:solidFill>
                <a:srgbClr val="B48324"/>
              </a:solidFill>
            </c:spPr>
            <c:extLst>
              <c:ext xmlns:c16="http://schemas.microsoft.com/office/drawing/2014/chart" uri="{C3380CC4-5D6E-409C-BE32-E72D297353CC}">
                <c16:uniqueId val="{00000003-2CDB-B54D-B8C9-9523A39A72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latin typeface="Helvetica Neue"/>
                    <a:ea typeface="Helvetica Neue"/>
                    <a:cs typeface="Helvetica Neue"/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E0 Dummy</c:v>
                </c:pt>
                <c:pt idx="1">
                  <c:v>E1 LR</c:v>
                </c:pt>
                <c:pt idx="2">
                  <c:v>E2 LR + FE</c:v>
                </c:pt>
                <c:pt idx="3">
                  <c:v>E3 RF + FE</c:v>
                </c:pt>
                <c:pt idx="4">
                  <c:v>E4 GB</c:v>
                </c:pt>
                <c:pt idx="5">
                  <c:v>E5 GB + FE</c:v>
                </c:pt>
              </c:strCache>
            </c:strRef>
          </c:cat>
          <c:val>
            <c:numRef>
              <c:f>'Chart Data'!$B$2:$B$7</c:f>
              <c:numCache>
                <c:formatCode>0.0000</c:formatCode>
                <c:ptCount val="6"/>
                <c:pt idx="0">
                  <c:v>0.5</c:v>
                </c:pt>
                <c:pt idx="1">
                  <c:v>0.769117309892</c:v>
                </c:pt>
                <c:pt idx="2">
                  <c:v>0.77639576964599999</c:v>
                </c:pt>
                <c:pt idx="3">
                  <c:v>0.78465523298600004</c:v>
                </c:pt>
                <c:pt idx="4">
                  <c:v>0.78051649162400005</c:v>
                </c:pt>
                <c:pt idx="5">
                  <c:v>0.78484286593999997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CDB-B54D-B8C9-9523A39A72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>
                    <a:latin typeface="Helvetica Neue"/>
                    <a:ea typeface="Helvetica Neue"/>
                    <a:cs typeface="Helvetica Neue"/>
                  </a:rPr>
                  <a:t>ROC-AUC</a:t>
                </a:r>
              </a:p>
            </c:rich>
          </c:tx>
          <c:overlay val="0"/>
        </c:title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50112"/>
        <c:crosses val="autoZero"/>
        <c:crossBetween val="between"/>
        <c:majorUnit val="0.2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Champion</c:v>
          </c:tx>
          <c:spPr>
            <a:ln w="28575">
              <a:solidFill>
                <a:srgbClr val="285A8E"/>
              </a:solidFill>
            </a:ln>
          </c:spPr>
          <c:marker>
            <c:symbol val="none"/>
          </c:marker>
          <c:xVal>
            <c:numRef>
              <c:f>'Chart Data'!$A$2:$A$1650</c:f>
              <c:numCache>
                <c:formatCode>General</c:formatCode>
                <c:ptCount val="164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2.1399529210400001E-4</c:v>
                </c:pt>
                <c:pt idx="4">
                  <c:v>2.1399529210400001E-4</c:v>
                </c:pt>
                <c:pt idx="5">
                  <c:v>4.27990584207E-4</c:v>
                </c:pt>
                <c:pt idx="6">
                  <c:v>4.27990584207E-4</c:v>
                </c:pt>
                <c:pt idx="7">
                  <c:v>6.4198587631099997E-4</c:v>
                </c:pt>
                <c:pt idx="8">
                  <c:v>6.4198587631099997E-4</c:v>
                </c:pt>
                <c:pt idx="9">
                  <c:v>8.5598116841399999E-4</c:v>
                </c:pt>
                <c:pt idx="10">
                  <c:v>8.5598116841399999E-4</c:v>
                </c:pt>
                <c:pt idx="11">
                  <c:v>1.06997646052E-3</c:v>
                </c:pt>
                <c:pt idx="12">
                  <c:v>1.06997646052E-3</c:v>
                </c:pt>
                <c:pt idx="13">
                  <c:v>1.28397175262E-3</c:v>
                </c:pt>
                <c:pt idx="14">
                  <c:v>1.28397175262E-3</c:v>
                </c:pt>
                <c:pt idx="15">
                  <c:v>1.4979670447300001E-3</c:v>
                </c:pt>
                <c:pt idx="16">
                  <c:v>1.4979670447300001E-3</c:v>
                </c:pt>
                <c:pt idx="17">
                  <c:v>1.7119623368299999E-3</c:v>
                </c:pt>
                <c:pt idx="18">
                  <c:v>1.7119623368299999E-3</c:v>
                </c:pt>
                <c:pt idx="19">
                  <c:v>1.9259576289299999E-3</c:v>
                </c:pt>
                <c:pt idx="20">
                  <c:v>1.9259576289299999E-3</c:v>
                </c:pt>
                <c:pt idx="21">
                  <c:v>2.3539482131399998E-3</c:v>
                </c:pt>
                <c:pt idx="22">
                  <c:v>2.3539482131399998E-3</c:v>
                </c:pt>
                <c:pt idx="23">
                  <c:v>2.5679435052400001E-3</c:v>
                </c:pt>
                <c:pt idx="24">
                  <c:v>2.5679435052400001E-3</c:v>
                </c:pt>
                <c:pt idx="25">
                  <c:v>2.9959340894499999E-3</c:v>
                </c:pt>
                <c:pt idx="26">
                  <c:v>2.9959340894499999E-3</c:v>
                </c:pt>
                <c:pt idx="27">
                  <c:v>3.4239246736599998E-3</c:v>
                </c:pt>
                <c:pt idx="28">
                  <c:v>3.4239246736599998E-3</c:v>
                </c:pt>
                <c:pt idx="29">
                  <c:v>3.6379199657600001E-3</c:v>
                </c:pt>
                <c:pt idx="30">
                  <c:v>3.6379199657600001E-3</c:v>
                </c:pt>
                <c:pt idx="31">
                  <c:v>4.0659105499699999E-3</c:v>
                </c:pt>
                <c:pt idx="32">
                  <c:v>4.0659105499699999E-3</c:v>
                </c:pt>
                <c:pt idx="33">
                  <c:v>4.2799058420700002E-3</c:v>
                </c:pt>
                <c:pt idx="34">
                  <c:v>4.2799058420700002E-3</c:v>
                </c:pt>
                <c:pt idx="35">
                  <c:v>4.7078964262799996E-3</c:v>
                </c:pt>
                <c:pt idx="36">
                  <c:v>4.7078964262799996E-3</c:v>
                </c:pt>
                <c:pt idx="37">
                  <c:v>4.9218917183799999E-3</c:v>
                </c:pt>
                <c:pt idx="38">
                  <c:v>4.9218917183799999E-3</c:v>
                </c:pt>
                <c:pt idx="39">
                  <c:v>5.3498823025900002E-3</c:v>
                </c:pt>
                <c:pt idx="40">
                  <c:v>5.3498823025900002E-3</c:v>
                </c:pt>
                <c:pt idx="41">
                  <c:v>5.5638775946900004E-3</c:v>
                </c:pt>
                <c:pt idx="42">
                  <c:v>5.5638775946900004E-3</c:v>
                </c:pt>
                <c:pt idx="43">
                  <c:v>5.7778728867999996E-3</c:v>
                </c:pt>
                <c:pt idx="44">
                  <c:v>5.7778728867999996E-3</c:v>
                </c:pt>
                <c:pt idx="45">
                  <c:v>5.9918681788999999E-3</c:v>
                </c:pt>
                <c:pt idx="46">
                  <c:v>5.9918681788999999E-3</c:v>
                </c:pt>
                <c:pt idx="47">
                  <c:v>5.9918681788999999E-3</c:v>
                </c:pt>
                <c:pt idx="48">
                  <c:v>5.9918681788999999E-3</c:v>
                </c:pt>
                <c:pt idx="49">
                  <c:v>6.2058634710000001E-3</c:v>
                </c:pt>
                <c:pt idx="50">
                  <c:v>6.2058634710000001E-3</c:v>
                </c:pt>
                <c:pt idx="51">
                  <c:v>6.4198587631100002E-3</c:v>
                </c:pt>
                <c:pt idx="52">
                  <c:v>6.4198587631100002E-3</c:v>
                </c:pt>
                <c:pt idx="53">
                  <c:v>6.6338540552100004E-3</c:v>
                </c:pt>
                <c:pt idx="54">
                  <c:v>6.6338540552100004E-3</c:v>
                </c:pt>
                <c:pt idx="55">
                  <c:v>6.8478493473099998E-3</c:v>
                </c:pt>
                <c:pt idx="56">
                  <c:v>6.8478493473099998E-3</c:v>
                </c:pt>
                <c:pt idx="57">
                  <c:v>7.4898352236300002E-3</c:v>
                </c:pt>
                <c:pt idx="58">
                  <c:v>7.4898352236300002E-3</c:v>
                </c:pt>
                <c:pt idx="59">
                  <c:v>7.7038305157300004E-3</c:v>
                </c:pt>
                <c:pt idx="60">
                  <c:v>7.7038305157300004E-3</c:v>
                </c:pt>
                <c:pt idx="61">
                  <c:v>7.9178258078300007E-3</c:v>
                </c:pt>
                <c:pt idx="62">
                  <c:v>7.9178258078300007E-3</c:v>
                </c:pt>
                <c:pt idx="63">
                  <c:v>8.1318210999399999E-3</c:v>
                </c:pt>
                <c:pt idx="64">
                  <c:v>8.1318210999399999E-3</c:v>
                </c:pt>
                <c:pt idx="65">
                  <c:v>8.3458163920400001E-3</c:v>
                </c:pt>
                <c:pt idx="66">
                  <c:v>8.3458163920400001E-3</c:v>
                </c:pt>
                <c:pt idx="67">
                  <c:v>8.5598116841400004E-3</c:v>
                </c:pt>
                <c:pt idx="68">
                  <c:v>8.5598116841400004E-3</c:v>
                </c:pt>
                <c:pt idx="69">
                  <c:v>8.7738069762499996E-3</c:v>
                </c:pt>
                <c:pt idx="70">
                  <c:v>8.7738069762499996E-3</c:v>
                </c:pt>
                <c:pt idx="71">
                  <c:v>8.9878022683499998E-3</c:v>
                </c:pt>
                <c:pt idx="72">
                  <c:v>8.9878022683499998E-3</c:v>
                </c:pt>
                <c:pt idx="73">
                  <c:v>9.2017975604500001E-3</c:v>
                </c:pt>
                <c:pt idx="74">
                  <c:v>9.2017975604500001E-3</c:v>
                </c:pt>
                <c:pt idx="75">
                  <c:v>9.4157928525599992E-3</c:v>
                </c:pt>
                <c:pt idx="76">
                  <c:v>9.4157928525599992E-3</c:v>
                </c:pt>
                <c:pt idx="77">
                  <c:v>9.6297881446599995E-3</c:v>
                </c:pt>
                <c:pt idx="78">
                  <c:v>9.6297881446599995E-3</c:v>
                </c:pt>
                <c:pt idx="79">
                  <c:v>9.8437834367599997E-3</c:v>
                </c:pt>
                <c:pt idx="80">
                  <c:v>9.8437834367599997E-3</c:v>
                </c:pt>
                <c:pt idx="81">
                  <c:v>1.04857693131E-2</c:v>
                </c:pt>
                <c:pt idx="82">
                  <c:v>1.04857693131E-2</c:v>
                </c:pt>
                <c:pt idx="83">
                  <c:v>1.09137598973E-2</c:v>
                </c:pt>
                <c:pt idx="84">
                  <c:v>1.09137598973E-2</c:v>
                </c:pt>
                <c:pt idx="85">
                  <c:v>1.1555745773599999E-2</c:v>
                </c:pt>
                <c:pt idx="86">
                  <c:v>1.1555745773599999E-2</c:v>
                </c:pt>
                <c:pt idx="87">
                  <c:v>1.1769741065699999E-2</c:v>
                </c:pt>
                <c:pt idx="88">
                  <c:v>1.1769741065699999E-2</c:v>
                </c:pt>
                <c:pt idx="89">
                  <c:v>1.19837363578E-2</c:v>
                </c:pt>
                <c:pt idx="90">
                  <c:v>1.19837363578E-2</c:v>
                </c:pt>
                <c:pt idx="91">
                  <c:v>1.2411726942E-2</c:v>
                </c:pt>
                <c:pt idx="92">
                  <c:v>1.2411726942E-2</c:v>
                </c:pt>
                <c:pt idx="93">
                  <c:v>1.26257222341E-2</c:v>
                </c:pt>
                <c:pt idx="94">
                  <c:v>1.26257222341E-2</c:v>
                </c:pt>
                <c:pt idx="95">
                  <c:v>1.2839717526200001E-2</c:v>
                </c:pt>
                <c:pt idx="96">
                  <c:v>1.2839717526200001E-2</c:v>
                </c:pt>
                <c:pt idx="97">
                  <c:v>1.3053712818299999E-2</c:v>
                </c:pt>
                <c:pt idx="98">
                  <c:v>1.3053712818299999E-2</c:v>
                </c:pt>
                <c:pt idx="99">
                  <c:v>1.3267708110399999E-2</c:v>
                </c:pt>
                <c:pt idx="100">
                  <c:v>1.3267708110399999E-2</c:v>
                </c:pt>
                <c:pt idx="101">
                  <c:v>1.39096939867E-2</c:v>
                </c:pt>
                <c:pt idx="102">
                  <c:v>1.39096939867E-2</c:v>
                </c:pt>
                <c:pt idx="103">
                  <c:v>1.41236892788E-2</c:v>
                </c:pt>
                <c:pt idx="104">
                  <c:v>1.41236892788E-2</c:v>
                </c:pt>
                <c:pt idx="105">
                  <c:v>1.4765675155099999E-2</c:v>
                </c:pt>
                <c:pt idx="106">
                  <c:v>1.4765675155099999E-2</c:v>
                </c:pt>
                <c:pt idx="107">
                  <c:v>1.49796704473E-2</c:v>
                </c:pt>
                <c:pt idx="108">
                  <c:v>1.49796704473E-2</c:v>
                </c:pt>
                <c:pt idx="109">
                  <c:v>1.54076610315E-2</c:v>
                </c:pt>
                <c:pt idx="110">
                  <c:v>1.54076610315E-2</c:v>
                </c:pt>
                <c:pt idx="111">
                  <c:v>1.5835651615700001E-2</c:v>
                </c:pt>
                <c:pt idx="112">
                  <c:v>1.5835651615700001E-2</c:v>
                </c:pt>
                <c:pt idx="113">
                  <c:v>1.6049646907799999E-2</c:v>
                </c:pt>
                <c:pt idx="114">
                  <c:v>1.6049646907799999E-2</c:v>
                </c:pt>
                <c:pt idx="115">
                  <c:v>1.6691632784100002E-2</c:v>
                </c:pt>
                <c:pt idx="116">
                  <c:v>1.6691632784100002E-2</c:v>
                </c:pt>
                <c:pt idx="117">
                  <c:v>1.69056280762E-2</c:v>
                </c:pt>
                <c:pt idx="118">
                  <c:v>1.69056280762E-2</c:v>
                </c:pt>
                <c:pt idx="119">
                  <c:v>1.7119623368299999E-2</c:v>
                </c:pt>
                <c:pt idx="120">
                  <c:v>1.7119623368299999E-2</c:v>
                </c:pt>
                <c:pt idx="121">
                  <c:v>1.7761609244600001E-2</c:v>
                </c:pt>
                <c:pt idx="122">
                  <c:v>1.7761609244600001E-2</c:v>
                </c:pt>
                <c:pt idx="123">
                  <c:v>1.8189599828800002E-2</c:v>
                </c:pt>
                <c:pt idx="124">
                  <c:v>1.8189599828800002E-2</c:v>
                </c:pt>
                <c:pt idx="125">
                  <c:v>1.84035951209E-2</c:v>
                </c:pt>
                <c:pt idx="126">
                  <c:v>1.84035951209E-2</c:v>
                </c:pt>
                <c:pt idx="127">
                  <c:v>1.8617590412999999E-2</c:v>
                </c:pt>
                <c:pt idx="128">
                  <c:v>1.8617590412999999E-2</c:v>
                </c:pt>
                <c:pt idx="129">
                  <c:v>1.9259576289300001E-2</c:v>
                </c:pt>
                <c:pt idx="130">
                  <c:v>1.9259576289300001E-2</c:v>
                </c:pt>
                <c:pt idx="131">
                  <c:v>1.94735715814E-2</c:v>
                </c:pt>
                <c:pt idx="132">
                  <c:v>1.94735715814E-2</c:v>
                </c:pt>
                <c:pt idx="133">
                  <c:v>1.9687566873500002E-2</c:v>
                </c:pt>
                <c:pt idx="134">
                  <c:v>1.9687566873500002E-2</c:v>
                </c:pt>
                <c:pt idx="135">
                  <c:v>2.0115557457699999E-2</c:v>
                </c:pt>
                <c:pt idx="136">
                  <c:v>2.0115557457699999E-2</c:v>
                </c:pt>
                <c:pt idx="137">
                  <c:v>2.0543548041899999E-2</c:v>
                </c:pt>
                <c:pt idx="138">
                  <c:v>2.0543548041899999E-2</c:v>
                </c:pt>
                <c:pt idx="139">
                  <c:v>2.0757543334000001E-2</c:v>
                </c:pt>
                <c:pt idx="140">
                  <c:v>2.0757543334000001E-2</c:v>
                </c:pt>
                <c:pt idx="141">
                  <c:v>2.1613524502499998E-2</c:v>
                </c:pt>
                <c:pt idx="142">
                  <c:v>2.1613524502499998E-2</c:v>
                </c:pt>
                <c:pt idx="143">
                  <c:v>2.18275197946E-2</c:v>
                </c:pt>
                <c:pt idx="144">
                  <c:v>2.18275197946E-2</c:v>
                </c:pt>
                <c:pt idx="145">
                  <c:v>2.2041515086699999E-2</c:v>
                </c:pt>
                <c:pt idx="146">
                  <c:v>2.2041515086699999E-2</c:v>
                </c:pt>
                <c:pt idx="147">
                  <c:v>2.2255510378800001E-2</c:v>
                </c:pt>
                <c:pt idx="148">
                  <c:v>2.2255510378800001E-2</c:v>
                </c:pt>
                <c:pt idx="149">
                  <c:v>2.33254868393E-2</c:v>
                </c:pt>
                <c:pt idx="150">
                  <c:v>2.33254868393E-2</c:v>
                </c:pt>
                <c:pt idx="151">
                  <c:v>2.3539482131399999E-2</c:v>
                </c:pt>
                <c:pt idx="152">
                  <c:v>2.3539482131399999E-2</c:v>
                </c:pt>
                <c:pt idx="153">
                  <c:v>2.3967472715599999E-2</c:v>
                </c:pt>
                <c:pt idx="154">
                  <c:v>2.3967472715599999E-2</c:v>
                </c:pt>
                <c:pt idx="155">
                  <c:v>2.4181468007700001E-2</c:v>
                </c:pt>
                <c:pt idx="156">
                  <c:v>2.4181468007700001E-2</c:v>
                </c:pt>
                <c:pt idx="157">
                  <c:v>2.43954632998E-2</c:v>
                </c:pt>
                <c:pt idx="158">
                  <c:v>2.43954632998E-2</c:v>
                </c:pt>
                <c:pt idx="159">
                  <c:v>2.4609458591899998E-2</c:v>
                </c:pt>
                <c:pt idx="160">
                  <c:v>2.4609458591899998E-2</c:v>
                </c:pt>
                <c:pt idx="161">
                  <c:v>2.4823453884E-2</c:v>
                </c:pt>
                <c:pt idx="162">
                  <c:v>2.4823453884E-2</c:v>
                </c:pt>
                <c:pt idx="163">
                  <c:v>2.5037449176099999E-2</c:v>
                </c:pt>
                <c:pt idx="164">
                  <c:v>2.5037449176099999E-2</c:v>
                </c:pt>
                <c:pt idx="165">
                  <c:v>2.5465439760299999E-2</c:v>
                </c:pt>
                <c:pt idx="166">
                  <c:v>2.5465439760299999E-2</c:v>
                </c:pt>
                <c:pt idx="167">
                  <c:v>2.5679435052400001E-2</c:v>
                </c:pt>
                <c:pt idx="168">
                  <c:v>2.5679435052400001E-2</c:v>
                </c:pt>
                <c:pt idx="169">
                  <c:v>2.58934303445E-2</c:v>
                </c:pt>
                <c:pt idx="170">
                  <c:v>2.58934303445E-2</c:v>
                </c:pt>
                <c:pt idx="171">
                  <c:v>2.6107425636599998E-2</c:v>
                </c:pt>
                <c:pt idx="172">
                  <c:v>2.6107425636599998E-2</c:v>
                </c:pt>
                <c:pt idx="173">
                  <c:v>2.63214209287E-2</c:v>
                </c:pt>
                <c:pt idx="174">
                  <c:v>2.63214209287E-2</c:v>
                </c:pt>
                <c:pt idx="175">
                  <c:v>2.6535416220799999E-2</c:v>
                </c:pt>
                <c:pt idx="176">
                  <c:v>2.6535416220799999E-2</c:v>
                </c:pt>
                <c:pt idx="177">
                  <c:v>2.6963406805099999E-2</c:v>
                </c:pt>
                <c:pt idx="178">
                  <c:v>2.6963406805099999E-2</c:v>
                </c:pt>
                <c:pt idx="179">
                  <c:v>2.7177402097200001E-2</c:v>
                </c:pt>
                <c:pt idx="180">
                  <c:v>2.7177402097200001E-2</c:v>
                </c:pt>
                <c:pt idx="181">
                  <c:v>2.7605392681399998E-2</c:v>
                </c:pt>
                <c:pt idx="182">
                  <c:v>2.7605392681399998E-2</c:v>
                </c:pt>
                <c:pt idx="183">
                  <c:v>2.78193879735E-2</c:v>
                </c:pt>
                <c:pt idx="184">
                  <c:v>2.78193879735E-2</c:v>
                </c:pt>
                <c:pt idx="185">
                  <c:v>2.8033383265599999E-2</c:v>
                </c:pt>
                <c:pt idx="186">
                  <c:v>2.8033383265599999E-2</c:v>
                </c:pt>
                <c:pt idx="187">
                  <c:v>2.8247378557700001E-2</c:v>
                </c:pt>
                <c:pt idx="188">
                  <c:v>2.8247378557700001E-2</c:v>
                </c:pt>
                <c:pt idx="189">
                  <c:v>2.8675369141900001E-2</c:v>
                </c:pt>
                <c:pt idx="190">
                  <c:v>2.8675369141900001E-2</c:v>
                </c:pt>
                <c:pt idx="191">
                  <c:v>2.9531350310299999E-2</c:v>
                </c:pt>
                <c:pt idx="192">
                  <c:v>2.9531350310299999E-2</c:v>
                </c:pt>
                <c:pt idx="193">
                  <c:v>2.9745345602400001E-2</c:v>
                </c:pt>
                <c:pt idx="194">
                  <c:v>2.9745345602400001E-2</c:v>
                </c:pt>
                <c:pt idx="195">
                  <c:v>2.9959340894499999E-2</c:v>
                </c:pt>
                <c:pt idx="196">
                  <c:v>2.9959340894499999E-2</c:v>
                </c:pt>
                <c:pt idx="197">
                  <c:v>3.03873314787E-2</c:v>
                </c:pt>
                <c:pt idx="198">
                  <c:v>3.03873314787E-2</c:v>
                </c:pt>
                <c:pt idx="199">
                  <c:v>3.0601326770799998E-2</c:v>
                </c:pt>
                <c:pt idx="200">
                  <c:v>3.0601326770799998E-2</c:v>
                </c:pt>
                <c:pt idx="201">
                  <c:v>3.08153220629E-2</c:v>
                </c:pt>
                <c:pt idx="202">
                  <c:v>3.08153220629E-2</c:v>
                </c:pt>
                <c:pt idx="203">
                  <c:v>3.1029317354999999E-2</c:v>
                </c:pt>
                <c:pt idx="204">
                  <c:v>3.1029317354999999E-2</c:v>
                </c:pt>
                <c:pt idx="205">
                  <c:v>3.1243312647100001E-2</c:v>
                </c:pt>
                <c:pt idx="206">
                  <c:v>3.1243312647100001E-2</c:v>
                </c:pt>
                <c:pt idx="207">
                  <c:v>3.1671303231299998E-2</c:v>
                </c:pt>
                <c:pt idx="208">
                  <c:v>3.1671303231299998E-2</c:v>
                </c:pt>
                <c:pt idx="209">
                  <c:v>3.1885298523400003E-2</c:v>
                </c:pt>
                <c:pt idx="210">
                  <c:v>3.1885298523400003E-2</c:v>
                </c:pt>
                <c:pt idx="211">
                  <c:v>3.2099293815500002E-2</c:v>
                </c:pt>
                <c:pt idx="212">
                  <c:v>3.2099293815500002E-2</c:v>
                </c:pt>
                <c:pt idx="213">
                  <c:v>3.23132891076E-2</c:v>
                </c:pt>
                <c:pt idx="214">
                  <c:v>3.23132891076E-2</c:v>
                </c:pt>
                <c:pt idx="215">
                  <c:v>3.2741279691799997E-2</c:v>
                </c:pt>
                <c:pt idx="216">
                  <c:v>3.2741279691799997E-2</c:v>
                </c:pt>
                <c:pt idx="217">
                  <c:v>3.3169270276099998E-2</c:v>
                </c:pt>
                <c:pt idx="218">
                  <c:v>3.3169270276099998E-2</c:v>
                </c:pt>
                <c:pt idx="219">
                  <c:v>3.38112561524E-2</c:v>
                </c:pt>
                <c:pt idx="220">
                  <c:v>3.38112561524E-2</c:v>
                </c:pt>
                <c:pt idx="221">
                  <c:v>3.4453242028700003E-2</c:v>
                </c:pt>
                <c:pt idx="222">
                  <c:v>3.4453242028700003E-2</c:v>
                </c:pt>
                <c:pt idx="223">
                  <c:v>3.4667237320800001E-2</c:v>
                </c:pt>
                <c:pt idx="224">
                  <c:v>3.4667237320800001E-2</c:v>
                </c:pt>
                <c:pt idx="225">
                  <c:v>3.48812326129E-2</c:v>
                </c:pt>
                <c:pt idx="226">
                  <c:v>3.48812326129E-2</c:v>
                </c:pt>
                <c:pt idx="227">
                  <c:v>3.5095227904999998E-2</c:v>
                </c:pt>
                <c:pt idx="228">
                  <c:v>3.5095227904999998E-2</c:v>
                </c:pt>
                <c:pt idx="229">
                  <c:v>3.5523218489200002E-2</c:v>
                </c:pt>
                <c:pt idx="230">
                  <c:v>3.5523218489200002E-2</c:v>
                </c:pt>
                <c:pt idx="231">
                  <c:v>3.5737213781300001E-2</c:v>
                </c:pt>
                <c:pt idx="232">
                  <c:v>3.5737213781300001E-2</c:v>
                </c:pt>
                <c:pt idx="233">
                  <c:v>3.6379199657600003E-2</c:v>
                </c:pt>
                <c:pt idx="234">
                  <c:v>3.6379199657600003E-2</c:v>
                </c:pt>
                <c:pt idx="235">
                  <c:v>3.6593194949700002E-2</c:v>
                </c:pt>
                <c:pt idx="236">
                  <c:v>3.6593194949700002E-2</c:v>
                </c:pt>
                <c:pt idx="237">
                  <c:v>3.68071902418E-2</c:v>
                </c:pt>
                <c:pt idx="238">
                  <c:v>3.68071902418E-2</c:v>
                </c:pt>
                <c:pt idx="239">
                  <c:v>3.7021185533899999E-2</c:v>
                </c:pt>
                <c:pt idx="240">
                  <c:v>3.7021185533899999E-2</c:v>
                </c:pt>
                <c:pt idx="241">
                  <c:v>3.7235180825999997E-2</c:v>
                </c:pt>
                <c:pt idx="242">
                  <c:v>3.7235180825999997E-2</c:v>
                </c:pt>
                <c:pt idx="243">
                  <c:v>3.7449176118100003E-2</c:v>
                </c:pt>
                <c:pt idx="244">
                  <c:v>3.7449176118100003E-2</c:v>
                </c:pt>
                <c:pt idx="245">
                  <c:v>3.7663171410200001E-2</c:v>
                </c:pt>
                <c:pt idx="246">
                  <c:v>3.7663171410200001E-2</c:v>
                </c:pt>
                <c:pt idx="247">
                  <c:v>3.78771667023E-2</c:v>
                </c:pt>
                <c:pt idx="248">
                  <c:v>3.78771667023E-2</c:v>
                </c:pt>
                <c:pt idx="249">
                  <c:v>3.8091161994399998E-2</c:v>
                </c:pt>
                <c:pt idx="250">
                  <c:v>3.8091161994399998E-2</c:v>
                </c:pt>
                <c:pt idx="251">
                  <c:v>3.8305157286499997E-2</c:v>
                </c:pt>
                <c:pt idx="252">
                  <c:v>3.8305157286499997E-2</c:v>
                </c:pt>
                <c:pt idx="253">
                  <c:v>3.8519152578600002E-2</c:v>
                </c:pt>
                <c:pt idx="254">
                  <c:v>3.8519152578600002E-2</c:v>
                </c:pt>
                <c:pt idx="255">
                  <c:v>3.8733147870700001E-2</c:v>
                </c:pt>
                <c:pt idx="256">
                  <c:v>3.8733147870700001E-2</c:v>
                </c:pt>
                <c:pt idx="257">
                  <c:v>3.9161138455000001E-2</c:v>
                </c:pt>
                <c:pt idx="258">
                  <c:v>3.9161138455000001E-2</c:v>
                </c:pt>
                <c:pt idx="259">
                  <c:v>3.93751337471E-2</c:v>
                </c:pt>
                <c:pt idx="260">
                  <c:v>3.93751337471E-2</c:v>
                </c:pt>
                <c:pt idx="261">
                  <c:v>3.9803124331299997E-2</c:v>
                </c:pt>
                <c:pt idx="262">
                  <c:v>3.9803124331299997E-2</c:v>
                </c:pt>
                <c:pt idx="263">
                  <c:v>4.0017119623400002E-2</c:v>
                </c:pt>
                <c:pt idx="264">
                  <c:v>4.0017119623400002E-2</c:v>
                </c:pt>
                <c:pt idx="265">
                  <c:v>4.0231114915500001E-2</c:v>
                </c:pt>
                <c:pt idx="266">
                  <c:v>4.0231114915500001E-2</c:v>
                </c:pt>
                <c:pt idx="267">
                  <c:v>4.0445110207599999E-2</c:v>
                </c:pt>
                <c:pt idx="268">
                  <c:v>4.0445110207599999E-2</c:v>
                </c:pt>
                <c:pt idx="269">
                  <c:v>4.0659105499699998E-2</c:v>
                </c:pt>
                <c:pt idx="270">
                  <c:v>4.0659105499699998E-2</c:v>
                </c:pt>
                <c:pt idx="271">
                  <c:v>4.0873100791800003E-2</c:v>
                </c:pt>
                <c:pt idx="272">
                  <c:v>4.0873100791800003E-2</c:v>
                </c:pt>
                <c:pt idx="273">
                  <c:v>4.1087096083900002E-2</c:v>
                </c:pt>
                <c:pt idx="274">
                  <c:v>4.1087096083900002E-2</c:v>
                </c:pt>
                <c:pt idx="275">
                  <c:v>4.1301091376E-2</c:v>
                </c:pt>
                <c:pt idx="276">
                  <c:v>4.1301091376E-2</c:v>
                </c:pt>
                <c:pt idx="277">
                  <c:v>4.1729081960199997E-2</c:v>
                </c:pt>
                <c:pt idx="278">
                  <c:v>4.1729081960199997E-2</c:v>
                </c:pt>
                <c:pt idx="279">
                  <c:v>4.2585063128599998E-2</c:v>
                </c:pt>
                <c:pt idx="280">
                  <c:v>4.2585063128599998E-2</c:v>
                </c:pt>
                <c:pt idx="281">
                  <c:v>4.2799058420699997E-2</c:v>
                </c:pt>
                <c:pt idx="282">
                  <c:v>4.2799058420699997E-2</c:v>
                </c:pt>
                <c:pt idx="283">
                  <c:v>4.3013053712800002E-2</c:v>
                </c:pt>
                <c:pt idx="284">
                  <c:v>4.3013053712800002E-2</c:v>
                </c:pt>
                <c:pt idx="285">
                  <c:v>4.3655039589099998E-2</c:v>
                </c:pt>
                <c:pt idx="286">
                  <c:v>4.3655039589099998E-2</c:v>
                </c:pt>
                <c:pt idx="287">
                  <c:v>4.3869034881200003E-2</c:v>
                </c:pt>
                <c:pt idx="288">
                  <c:v>4.3869034881200003E-2</c:v>
                </c:pt>
                <c:pt idx="289">
                  <c:v>4.4511020757499999E-2</c:v>
                </c:pt>
                <c:pt idx="290">
                  <c:v>4.4511020757499999E-2</c:v>
                </c:pt>
                <c:pt idx="291">
                  <c:v>4.4939011341799999E-2</c:v>
                </c:pt>
                <c:pt idx="292">
                  <c:v>4.4939011341799999E-2</c:v>
                </c:pt>
                <c:pt idx="293">
                  <c:v>4.5367001926000003E-2</c:v>
                </c:pt>
                <c:pt idx="294">
                  <c:v>4.5367001926000003E-2</c:v>
                </c:pt>
                <c:pt idx="295">
                  <c:v>4.6008987802299998E-2</c:v>
                </c:pt>
                <c:pt idx="296">
                  <c:v>4.6008987802299998E-2</c:v>
                </c:pt>
                <c:pt idx="297">
                  <c:v>4.6222983094399997E-2</c:v>
                </c:pt>
                <c:pt idx="298">
                  <c:v>4.6222983094399997E-2</c:v>
                </c:pt>
                <c:pt idx="299">
                  <c:v>4.6650973678600001E-2</c:v>
                </c:pt>
                <c:pt idx="300">
                  <c:v>4.6650973678600001E-2</c:v>
                </c:pt>
                <c:pt idx="301">
                  <c:v>4.7078964262799998E-2</c:v>
                </c:pt>
                <c:pt idx="302">
                  <c:v>4.7078964262799998E-2</c:v>
                </c:pt>
                <c:pt idx="303">
                  <c:v>4.7292959554900003E-2</c:v>
                </c:pt>
                <c:pt idx="304">
                  <c:v>4.7292959554900003E-2</c:v>
                </c:pt>
                <c:pt idx="305">
                  <c:v>4.7506954847000002E-2</c:v>
                </c:pt>
                <c:pt idx="306">
                  <c:v>4.7506954847000002E-2</c:v>
                </c:pt>
                <c:pt idx="307">
                  <c:v>4.9432912475900002E-2</c:v>
                </c:pt>
                <c:pt idx="308">
                  <c:v>4.9432912475900002E-2</c:v>
                </c:pt>
                <c:pt idx="309">
                  <c:v>4.9646907768000001E-2</c:v>
                </c:pt>
                <c:pt idx="310">
                  <c:v>4.9646907768000001E-2</c:v>
                </c:pt>
                <c:pt idx="311">
                  <c:v>4.9646907768000001E-2</c:v>
                </c:pt>
                <c:pt idx="312">
                  <c:v>4.9646907768000001E-2</c:v>
                </c:pt>
                <c:pt idx="313">
                  <c:v>4.9860903060099999E-2</c:v>
                </c:pt>
                <c:pt idx="314">
                  <c:v>4.9860903060099999E-2</c:v>
                </c:pt>
                <c:pt idx="315">
                  <c:v>5.0288893644300003E-2</c:v>
                </c:pt>
                <c:pt idx="316">
                  <c:v>5.0288893644300003E-2</c:v>
                </c:pt>
                <c:pt idx="317">
                  <c:v>5.07168842285E-2</c:v>
                </c:pt>
                <c:pt idx="318">
                  <c:v>5.07168842285E-2</c:v>
                </c:pt>
                <c:pt idx="319">
                  <c:v>5.0930879520700002E-2</c:v>
                </c:pt>
                <c:pt idx="320">
                  <c:v>5.0930879520700002E-2</c:v>
                </c:pt>
                <c:pt idx="321">
                  <c:v>5.1144874812800001E-2</c:v>
                </c:pt>
                <c:pt idx="322">
                  <c:v>5.1144874812800001E-2</c:v>
                </c:pt>
                <c:pt idx="323">
                  <c:v>5.1358870104899999E-2</c:v>
                </c:pt>
                <c:pt idx="324">
                  <c:v>5.1358870104899999E-2</c:v>
                </c:pt>
                <c:pt idx="325">
                  <c:v>5.1572865396999998E-2</c:v>
                </c:pt>
                <c:pt idx="326">
                  <c:v>5.1572865396999998E-2</c:v>
                </c:pt>
                <c:pt idx="327">
                  <c:v>5.22148512733E-2</c:v>
                </c:pt>
                <c:pt idx="328">
                  <c:v>5.22148512733E-2</c:v>
                </c:pt>
                <c:pt idx="329">
                  <c:v>5.2856837149600003E-2</c:v>
                </c:pt>
                <c:pt idx="330">
                  <c:v>5.3498823025899998E-2</c:v>
                </c:pt>
                <c:pt idx="331">
                  <c:v>5.3498823025899998E-2</c:v>
                </c:pt>
                <c:pt idx="332">
                  <c:v>5.3712818317999997E-2</c:v>
                </c:pt>
                <c:pt idx="333">
                  <c:v>5.3712818317999997E-2</c:v>
                </c:pt>
                <c:pt idx="334">
                  <c:v>5.3926813610100002E-2</c:v>
                </c:pt>
                <c:pt idx="335">
                  <c:v>5.3926813610100002E-2</c:v>
                </c:pt>
                <c:pt idx="336">
                  <c:v>5.4140808902200001E-2</c:v>
                </c:pt>
                <c:pt idx="337">
                  <c:v>5.4140808902200001E-2</c:v>
                </c:pt>
                <c:pt idx="338">
                  <c:v>5.4782794778500003E-2</c:v>
                </c:pt>
                <c:pt idx="339">
                  <c:v>5.4782794778500003E-2</c:v>
                </c:pt>
                <c:pt idx="340">
                  <c:v>5.4996790070600002E-2</c:v>
                </c:pt>
                <c:pt idx="341">
                  <c:v>5.4996790070600002E-2</c:v>
                </c:pt>
                <c:pt idx="342">
                  <c:v>5.5424780654799999E-2</c:v>
                </c:pt>
                <c:pt idx="343">
                  <c:v>5.5424780654799999E-2</c:v>
                </c:pt>
                <c:pt idx="344">
                  <c:v>5.6066766531100001E-2</c:v>
                </c:pt>
                <c:pt idx="345">
                  <c:v>5.6066766531100001E-2</c:v>
                </c:pt>
                <c:pt idx="346">
                  <c:v>5.62807618232E-2</c:v>
                </c:pt>
                <c:pt idx="347">
                  <c:v>5.62807618232E-2</c:v>
                </c:pt>
                <c:pt idx="348">
                  <c:v>5.6494757115299998E-2</c:v>
                </c:pt>
                <c:pt idx="349">
                  <c:v>5.6494757115299998E-2</c:v>
                </c:pt>
                <c:pt idx="350">
                  <c:v>5.6708752407399997E-2</c:v>
                </c:pt>
                <c:pt idx="351">
                  <c:v>5.6708752407399997E-2</c:v>
                </c:pt>
                <c:pt idx="352">
                  <c:v>5.7136742991699997E-2</c:v>
                </c:pt>
                <c:pt idx="353">
                  <c:v>5.7136742991699997E-2</c:v>
                </c:pt>
                <c:pt idx="354">
                  <c:v>5.7992724160099998E-2</c:v>
                </c:pt>
                <c:pt idx="355">
                  <c:v>5.7992724160099998E-2</c:v>
                </c:pt>
                <c:pt idx="356">
                  <c:v>5.8206719452199997E-2</c:v>
                </c:pt>
                <c:pt idx="357">
                  <c:v>5.8206719452199997E-2</c:v>
                </c:pt>
                <c:pt idx="358">
                  <c:v>5.8634710036400001E-2</c:v>
                </c:pt>
                <c:pt idx="359">
                  <c:v>5.8634710036400001E-2</c:v>
                </c:pt>
                <c:pt idx="360">
                  <c:v>5.9062700620599998E-2</c:v>
                </c:pt>
                <c:pt idx="361">
                  <c:v>5.9062700620599998E-2</c:v>
                </c:pt>
                <c:pt idx="362">
                  <c:v>5.97046864969E-2</c:v>
                </c:pt>
                <c:pt idx="363">
                  <c:v>5.97046864969E-2</c:v>
                </c:pt>
                <c:pt idx="364">
                  <c:v>6.0346672373200003E-2</c:v>
                </c:pt>
                <c:pt idx="365">
                  <c:v>6.0346672373200003E-2</c:v>
                </c:pt>
                <c:pt idx="366">
                  <c:v>6.0988658249499998E-2</c:v>
                </c:pt>
                <c:pt idx="367">
                  <c:v>6.0988658249499998E-2</c:v>
                </c:pt>
                <c:pt idx="368">
                  <c:v>6.1202653541599997E-2</c:v>
                </c:pt>
                <c:pt idx="369">
                  <c:v>6.1202653541599997E-2</c:v>
                </c:pt>
                <c:pt idx="370">
                  <c:v>6.1416648833700002E-2</c:v>
                </c:pt>
                <c:pt idx="371">
                  <c:v>6.1416648833700002E-2</c:v>
                </c:pt>
                <c:pt idx="372">
                  <c:v>6.1630644125800001E-2</c:v>
                </c:pt>
                <c:pt idx="373">
                  <c:v>6.1630644125800001E-2</c:v>
                </c:pt>
                <c:pt idx="374">
                  <c:v>6.2058634709999998E-2</c:v>
                </c:pt>
                <c:pt idx="375">
                  <c:v>6.2058634709999998E-2</c:v>
                </c:pt>
                <c:pt idx="376">
                  <c:v>6.2272630002100003E-2</c:v>
                </c:pt>
                <c:pt idx="377">
                  <c:v>6.2486625294200002E-2</c:v>
                </c:pt>
                <c:pt idx="378">
                  <c:v>6.2914615878500002E-2</c:v>
                </c:pt>
                <c:pt idx="379">
                  <c:v>6.2914615878500002E-2</c:v>
                </c:pt>
                <c:pt idx="380">
                  <c:v>6.3556601754800005E-2</c:v>
                </c:pt>
                <c:pt idx="381">
                  <c:v>6.3556601754800005E-2</c:v>
                </c:pt>
                <c:pt idx="382">
                  <c:v>6.3770597046899996E-2</c:v>
                </c:pt>
                <c:pt idx="383">
                  <c:v>6.3770597046899996E-2</c:v>
                </c:pt>
                <c:pt idx="384">
                  <c:v>6.4198587631099993E-2</c:v>
                </c:pt>
                <c:pt idx="385">
                  <c:v>6.4198587631099993E-2</c:v>
                </c:pt>
                <c:pt idx="386">
                  <c:v>6.4412582923199999E-2</c:v>
                </c:pt>
                <c:pt idx="387">
                  <c:v>6.4412582923199999E-2</c:v>
                </c:pt>
                <c:pt idx="388">
                  <c:v>6.4626578215300004E-2</c:v>
                </c:pt>
                <c:pt idx="389">
                  <c:v>6.4626578215300004E-2</c:v>
                </c:pt>
                <c:pt idx="390">
                  <c:v>6.5482559383699998E-2</c:v>
                </c:pt>
                <c:pt idx="391">
                  <c:v>6.5482559383699998E-2</c:v>
                </c:pt>
                <c:pt idx="392">
                  <c:v>6.5910549967899995E-2</c:v>
                </c:pt>
                <c:pt idx="393">
                  <c:v>6.5910549967899995E-2</c:v>
                </c:pt>
                <c:pt idx="394">
                  <c:v>6.6124545260000001E-2</c:v>
                </c:pt>
                <c:pt idx="395">
                  <c:v>6.6124545260000001E-2</c:v>
                </c:pt>
                <c:pt idx="396">
                  <c:v>6.6338540552100006E-2</c:v>
                </c:pt>
                <c:pt idx="397">
                  <c:v>6.6338540552100006E-2</c:v>
                </c:pt>
                <c:pt idx="398">
                  <c:v>6.6552535844199998E-2</c:v>
                </c:pt>
                <c:pt idx="399">
                  <c:v>6.6552535844199998E-2</c:v>
                </c:pt>
                <c:pt idx="400">
                  <c:v>6.6766531136300003E-2</c:v>
                </c:pt>
                <c:pt idx="401">
                  <c:v>6.6766531136300003E-2</c:v>
                </c:pt>
                <c:pt idx="402">
                  <c:v>6.6980526428399995E-2</c:v>
                </c:pt>
                <c:pt idx="403">
                  <c:v>6.6980526428399995E-2</c:v>
                </c:pt>
                <c:pt idx="404">
                  <c:v>6.7408517012600006E-2</c:v>
                </c:pt>
                <c:pt idx="405">
                  <c:v>6.7408517012600006E-2</c:v>
                </c:pt>
                <c:pt idx="406">
                  <c:v>6.8050502888899994E-2</c:v>
                </c:pt>
                <c:pt idx="407">
                  <c:v>6.8050502888899994E-2</c:v>
                </c:pt>
                <c:pt idx="408">
                  <c:v>6.8478493473100005E-2</c:v>
                </c:pt>
                <c:pt idx="409">
                  <c:v>6.8478493473100005E-2</c:v>
                </c:pt>
                <c:pt idx="410">
                  <c:v>6.8692488765199997E-2</c:v>
                </c:pt>
                <c:pt idx="411">
                  <c:v>6.8692488765199997E-2</c:v>
                </c:pt>
                <c:pt idx="412">
                  <c:v>6.9976460517900005E-2</c:v>
                </c:pt>
                <c:pt idx="413">
                  <c:v>6.9976460517900005E-2</c:v>
                </c:pt>
                <c:pt idx="414">
                  <c:v>7.0404451102100002E-2</c:v>
                </c:pt>
                <c:pt idx="415">
                  <c:v>7.0404451102100002E-2</c:v>
                </c:pt>
                <c:pt idx="416">
                  <c:v>7.0618446394199993E-2</c:v>
                </c:pt>
                <c:pt idx="417">
                  <c:v>7.0618446394199993E-2</c:v>
                </c:pt>
                <c:pt idx="418">
                  <c:v>7.1046436978400004E-2</c:v>
                </c:pt>
                <c:pt idx="419">
                  <c:v>7.1046436978400004E-2</c:v>
                </c:pt>
                <c:pt idx="420">
                  <c:v>7.1474427562600001E-2</c:v>
                </c:pt>
                <c:pt idx="421">
                  <c:v>7.1474427562600001E-2</c:v>
                </c:pt>
                <c:pt idx="422">
                  <c:v>7.1902418146799998E-2</c:v>
                </c:pt>
                <c:pt idx="423">
                  <c:v>7.1902418146799998E-2</c:v>
                </c:pt>
                <c:pt idx="424">
                  <c:v>7.2544404023100001E-2</c:v>
                </c:pt>
                <c:pt idx="425">
                  <c:v>7.2544404023100001E-2</c:v>
                </c:pt>
                <c:pt idx="426">
                  <c:v>7.3186389899400003E-2</c:v>
                </c:pt>
                <c:pt idx="427">
                  <c:v>7.3186389899400003E-2</c:v>
                </c:pt>
                <c:pt idx="428">
                  <c:v>7.36143804836E-2</c:v>
                </c:pt>
                <c:pt idx="429">
                  <c:v>7.36143804836E-2</c:v>
                </c:pt>
                <c:pt idx="430">
                  <c:v>7.4042371067799997E-2</c:v>
                </c:pt>
                <c:pt idx="431">
                  <c:v>7.4042371067799997E-2</c:v>
                </c:pt>
                <c:pt idx="432">
                  <c:v>7.4256366359900003E-2</c:v>
                </c:pt>
                <c:pt idx="433">
                  <c:v>7.4256366359900003E-2</c:v>
                </c:pt>
                <c:pt idx="434">
                  <c:v>7.46843569441E-2</c:v>
                </c:pt>
                <c:pt idx="435">
                  <c:v>7.46843569441E-2</c:v>
                </c:pt>
                <c:pt idx="436">
                  <c:v>7.51123475284E-2</c:v>
                </c:pt>
                <c:pt idx="437">
                  <c:v>7.51123475284E-2</c:v>
                </c:pt>
                <c:pt idx="438">
                  <c:v>7.5326342820500006E-2</c:v>
                </c:pt>
                <c:pt idx="439">
                  <c:v>7.5326342820500006E-2</c:v>
                </c:pt>
                <c:pt idx="440">
                  <c:v>7.5754333404700003E-2</c:v>
                </c:pt>
                <c:pt idx="441">
                  <c:v>7.5968328696799994E-2</c:v>
                </c:pt>
                <c:pt idx="442">
                  <c:v>7.5968328696799994E-2</c:v>
                </c:pt>
                <c:pt idx="443">
                  <c:v>7.61823239889E-2</c:v>
                </c:pt>
                <c:pt idx="444">
                  <c:v>7.61823239889E-2</c:v>
                </c:pt>
                <c:pt idx="445">
                  <c:v>7.6824309865200002E-2</c:v>
                </c:pt>
                <c:pt idx="446">
                  <c:v>7.6824309865200002E-2</c:v>
                </c:pt>
                <c:pt idx="447">
                  <c:v>7.7252300449399999E-2</c:v>
                </c:pt>
                <c:pt idx="448">
                  <c:v>7.7252300449399999E-2</c:v>
                </c:pt>
                <c:pt idx="449">
                  <c:v>7.7680291033599996E-2</c:v>
                </c:pt>
                <c:pt idx="450">
                  <c:v>7.7680291033599996E-2</c:v>
                </c:pt>
                <c:pt idx="451">
                  <c:v>7.8536272202000004E-2</c:v>
                </c:pt>
                <c:pt idx="452">
                  <c:v>7.8536272202000004E-2</c:v>
                </c:pt>
                <c:pt idx="453">
                  <c:v>7.8964262786200001E-2</c:v>
                </c:pt>
                <c:pt idx="454">
                  <c:v>7.8964262786200001E-2</c:v>
                </c:pt>
                <c:pt idx="455">
                  <c:v>7.9178258078300007E-2</c:v>
                </c:pt>
                <c:pt idx="456">
                  <c:v>7.9178258078300007E-2</c:v>
                </c:pt>
                <c:pt idx="457">
                  <c:v>7.9392253370399998E-2</c:v>
                </c:pt>
                <c:pt idx="458">
                  <c:v>7.9392253370399998E-2</c:v>
                </c:pt>
                <c:pt idx="459">
                  <c:v>8.0034239246700001E-2</c:v>
                </c:pt>
                <c:pt idx="460">
                  <c:v>8.0034239246700001E-2</c:v>
                </c:pt>
                <c:pt idx="461">
                  <c:v>8.0248234538800006E-2</c:v>
                </c:pt>
                <c:pt idx="462">
                  <c:v>8.0248234538800006E-2</c:v>
                </c:pt>
                <c:pt idx="463">
                  <c:v>8.0462229830899998E-2</c:v>
                </c:pt>
                <c:pt idx="464">
                  <c:v>8.0462229830899998E-2</c:v>
                </c:pt>
                <c:pt idx="465">
                  <c:v>8.1104215707300004E-2</c:v>
                </c:pt>
                <c:pt idx="466">
                  <c:v>8.1104215707300004E-2</c:v>
                </c:pt>
                <c:pt idx="467">
                  <c:v>8.1318210999399995E-2</c:v>
                </c:pt>
                <c:pt idx="468">
                  <c:v>8.1318210999399995E-2</c:v>
                </c:pt>
                <c:pt idx="469">
                  <c:v>8.1960196875699998E-2</c:v>
                </c:pt>
                <c:pt idx="470">
                  <c:v>8.2816178044100006E-2</c:v>
                </c:pt>
                <c:pt idx="471">
                  <c:v>8.3030173336199997E-2</c:v>
                </c:pt>
                <c:pt idx="472">
                  <c:v>8.3030173336199997E-2</c:v>
                </c:pt>
                <c:pt idx="473">
                  <c:v>8.3244168628300003E-2</c:v>
                </c:pt>
                <c:pt idx="474">
                  <c:v>8.3244168628300003E-2</c:v>
                </c:pt>
                <c:pt idx="475">
                  <c:v>8.36721592125E-2</c:v>
                </c:pt>
                <c:pt idx="476">
                  <c:v>8.36721592125E-2</c:v>
                </c:pt>
                <c:pt idx="477">
                  <c:v>8.3886154504600005E-2</c:v>
                </c:pt>
                <c:pt idx="478">
                  <c:v>8.3886154504600005E-2</c:v>
                </c:pt>
                <c:pt idx="479">
                  <c:v>8.4100149796699997E-2</c:v>
                </c:pt>
                <c:pt idx="480">
                  <c:v>8.4100149796699997E-2</c:v>
                </c:pt>
                <c:pt idx="481">
                  <c:v>8.4314145088800002E-2</c:v>
                </c:pt>
                <c:pt idx="482">
                  <c:v>8.4956130965100005E-2</c:v>
                </c:pt>
                <c:pt idx="483">
                  <c:v>8.4956130965100005E-2</c:v>
                </c:pt>
                <c:pt idx="484">
                  <c:v>8.5384121549300002E-2</c:v>
                </c:pt>
                <c:pt idx="485">
                  <c:v>8.5384121549300002E-2</c:v>
                </c:pt>
                <c:pt idx="486">
                  <c:v>8.5598116841399993E-2</c:v>
                </c:pt>
                <c:pt idx="487">
                  <c:v>8.5598116841399993E-2</c:v>
                </c:pt>
                <c:pt idx="488">
                  <c:v>8.6026107425600004E-2</c:v>
                </c:pt>
                <c:pt idx="489">
                  <c:v>8.6026107425600004E-2</c:v>
                </c:pt>
                <c:pt idx="490">
                  <c:v>8.6882088594100002E-2</c:v>
                </c:pt>
                <c:pt idx="491">
                  <c:v>8.6882088594100002E-2</c:v>
                </c:pt>
                <c:pt idx="492">
                  <c:v>8.8166060346700006E-2</c:v>
                </c:pt>
                <c:pt idx="493">
                  <c:v>8.8166060346700006E-2</c:v>
                </c:pt>
                <c:pt idx="494">
                  <c:v>8.8380055638799998E-2</c:v>
                </c:pt>
                <c:pt idx="495">
                  <c:v>8.8380055638799998E-2</c:v>
                </c:pt>
                <c:pt idx="496">
                  <c:v>8.8594050930900003E-2</c:v>
                </c:pt>
                <c:pt idx="497">
                  <c:v>8.8594050930900003E-2</c:v>
                </c:pt>
                <c:pt idx="498">
                  <c:v>8.8808046222999995E-2</c:v>
                </c:pt>
                <c:pt idx="499">
                  <c:v>8.8808046222999995E-2</c:v>
                </c:pt>
                <c:pt idx="500">
                  <c:v>9.0734003851900003E-2</c:v>
                </c:pt>
                <c:pt idx="501">
                  <c:v>9.0734003851900003E-2</c:v>
                </c:pt>
                <c:pt idx="502">
                  <c:v>9.2231970896599999E-2</c:v>
                </c:pt>
                <c:pt idx="503">
                  <c:v>9.2231970896599999E-2</c:v>
                </c:pt>
                <c:pt idx="504">
                  <c:v>9.2445966188700004E-2</c:v>
                </c:pt>
                <c:pt idx="505">
                  <c:v>9.2445966188700004E-2</c:v>
                </c:pt>
                <c:pt idx="506">
                  <c:v>9.3301947357200002E-2</c:v>
                </c:pt>
                <c:pt idx="507">
                  <c:v>9.3301947357200002E-2</c:v>
                </c:pt>
                <c:pt idx="508">
                  <c:v>9.3729937941399999E-2</c:v>
                </c:pt>
                <c:pt idx="509">
                  <c:v>9.4371923817700001E-2</c:v>
                </c:pt>
                <c:pt idx="510">
                  <c:v>9.4371923817700001E-2</c:v>
                </c:pt>
                <c:pt idx="511">
                  <c:v>9.4585919109800007E-2</c:v>
                </c:pt>
                <c:pt idx="512">
                  <c:v>9.5013909694000004E-2</c:v>
                </c:pt>
                <c:pt idx="513">
                  <c:v>9.5441900278200001E-2</c:v>
                </c:pt>
                <c:pt idx="514">
                  <c:v>9.5441900278200001E-2</c:v>
                </c:pt>
                <c:pt idx="515">
                  <c:v>9.6083886154500003E-2</c:v>
                </c:pt>
                <c:pt idx="516">
                  <c:v>9.6297881446599995E-2</c:v>
                </c:pt>
                <c:pt idx="517">
                  <c:v>9.6297881446599995E-2</c:v>
                </c:pt>
                <c:pt idx="518">
                  <c:v>9.7153862615000003E-2</c:v>
                </c:pt>
                <c:pt idx="519">
                  <c:v>9.7153862615000003E-2</c:v>
                </c:pt>
                <c:pt idx="520">
                  <c:v>9.75818531992E-2</c:v>
                </c:pt>
                <c:pt idx="521">
                  <c:v>9.8437834367599994E-2</c:v>
                </c:pt>
                <c:pt idx="522">
                  <c:v>9.8437834367599994E-2</c:v>
                </c:pt>
                <c:pt idx="523">
                  <c:v>9.9721806120300002E-2</c:v>
                </c:pt>
                <c:pt idx="524">
                  <c:v>9.9721806120300002E-2</c:v>
                </c:pt>
                <c:pt idx="525">
                  <c:v>9.9935801412399994E-2</c:v>
                </c:pt>
                <c:pt idx="526">
                  <c:v>9.9935801412399994E-2</c:v>
                </c:pt>
                <c:pt idx="527">
                  <c:v>0.10079178258099999</c:v>
                </c:pt>
                <c:pt idx="528">
                  <c:v>0.10079178258099999</c:v>
                </c:pt>
                <c:pt idx="529">
                  <c:v>0.101219773165</c:v>
                </c:pt>
                <c:pt idx="530">
                  <c:v>0.101219773165</c:v>
                </c:pt>
                <c:pt idx="531">
                  <c:v>0.10186175904100001</c:v>
                </c:pt>
                <c:pt idx="532">
                  <c:v>0.10207575433299999</c:v>
                </c:pt>
                <c:pt idx="533">
                  <c:v>0.10207575433299999</c:v>
                </c:pt>
                <c:pt idx="534">
                  <c:v>0.102289749626</c:v>
                </c:pt>
                <c:pt idx="535">
                  <c:v>0.10271774021000001</c:v>
                </c:pt>
                <c:pt idx="536">
                  <c:v>0.10293173550199999</c:v>
                </c:pt>
                <c:pt idx="537">
                  <c:v>0.103573721378</c:v>
                </c:pt>
                <c:pt idx="538">
                  <c:v>0.103573721378</c:v>
                </c:pt>
                <c:pt idx="539">
                  <c:v>0.104001711962</c:v>
                </c:pt>
                <c:pt idx="540">
                  <c:v>0.104429702547</c:v>
                </c:pt>
                <c:pt idx="541">
                  <c:v>0.104643697839</c:v>
                </c:pt>
                <c:pt idx="542">
                  <c:v>0.104643697839</c:v>
                </c:pt>
                <c:pt idx="543">
                  <c:v>0.105499679007</c:v>
                </c:pt>
                <c:pt idx="544">
                  <c:v>0.105499679007</c:v>
                </c:pt>
                <c:pt idx="545">
                  <c:v>0.105713674299</c:v>
                </c:pt>
                <c:pt idx="546">
                  <c:v>0.105713674299</c:v>
                </c:pt>
                <c:pt idx="547">
                  <c:v>0.106569655468</c:v>
                </c:pt>
                <c:pt idx="548">
                  <c:v>0.107639631928</c:v>
                </c:pt>
                <c:pt idx="549">
                  <c:v>0.108067622512</c:v>
                </c:pt>
                <c:pt idx="550">
                  <c:v>0.108067622512</c:v>
                </c:pt>
                <c:pt idx="551">
                  <c:v>0.10956558955700001</c:v>
                </c:pt>
                <c:pt idx="552">
                  <c:v>0.10956558955700001</c:v>
                </c:pt>
                <c:pt idx="553">
                  <c:v>0.109993580141</c:v>
                </c:pt>
                <c:pt idx="554">
                  <c:v>0.109993580141</c:v>
                </c:pt>
                <c:pt idx="555">
                  <c:v>0.110635566018</c:v>
                </c:pt>
                <c:pt idx="556">
                  <c:v>0.110635566018</c:v>
                </c:pt>
                <c:pt idx="557">
                  <c:v>0.11084956131</c:v>
                </c:pt>
                <c:pt idx="558">
                  <c:v>0.11084956131</c:v>
                </c:pt>
                <c:pt idx="559">
                  <c:v>0.112133533062</c:v>
                </c:pt>
                <c:pt idx="560">
                  <c:v>0.11277551893899999</c:v>
                </c:pt>
                <c:pt idx="561">
                  <c:v>0.112989514231</c:v>
                </c:pt>
                <c:pt idx="562">
                  <c:v>0.112989514231</c:v>
                </c:pt>
                <c:pt idx="563">
                  <c:v>0.113203509523</c:v>
                </c:pt>
                <c:pt idx="564">
                  <c:v>0.113203509523</c:v>
                </c:pt>
                <c:pt idx="565">
                  <c:v>0.113417504815</c:v>
                </c:pt>
                <c:pt idx="566">
                  <c:v>0.114701476568</c:v>
                </c:pt>
                <c:pt idx="567">
                  <c:v>0.115771453028</c:v>
                </c:pt>
                <c:pt idx="568">
                  <c:v>0.11619944361200001</c:v>
                </c:pt>
                <c:pt idx="569">
                  <c:v>0.11619944361200001</c:v>
                </c:pt>
                <c:pt idx="570">
                  <c:v>0.11641343890399999</c:v>
                </c:pt>
                <c:pt idx="571">
                  <c:v>0.11641343890399999</c:v>
                </c:pt>
                <c:pt idx="572">
                  <c:v>0.11705542478100001</c:v>
                </c:pt>
                <c:pt idx="573">
                  <c:v>0.11705542478100001</c:v>
                </c:pt>
                <c:pt idx="574">
                  <c:v>0.117483415365</c:v>
                </c:pt>
                <c:pt idx="575">
                  <c:v>0.117483415365</c:v>
                </c:pt>
                <c:pt idx="576">
                  <c:v>0.117697410657</c:v>
                </c:pt>
                <c:pt idx="577">
                  <c:v>0.117697410657</c:v>
                </c:pt>
                <c:pt idx="578">
                  <c:v>0.118125401241</c:v>
                </c:pt>
                <c:pt idx="579">
                  <c:v>0.118125401241</c:v>
                </c:pt>
                <c:pt idx="580">
                  <c:v>0.11855339182500001</c:v>
                </c:pt>
                <c:pt idx="581">
                  <c:v>0.11855339182500001</c:v>
                </c:pt>
                <c:pt idx="582">
                  <c:v>0.119623368286</c:v>
                </c:pt>
                <c:pt idx="583">
                  <c:v>0.119623368286</c:v>
                </c:pt>
                <c:pt idx="584">
                  <c:v>0.12069334474600001</c:v>
                </c:pt>
                <c:pt idx="585">
                  <c:v>0.12069334474600001</c:v>
                </c:pt>
                <c:pt idx="586">
                  <c:v>0.121335330623</c:v>
                </c:pt>
                <c:pt idx="587">
                  <c:v>0.121335330623</c:v>
                </c:pt>
                <c:pt idx="588">
                  <c:v>0.12176332120699999</c:v>
                </c:pt>
                <c:pt idx="589">
                  <c:v>0.12176332120699999</c:v>
                </c:pt>
                <c:pt idx="590">
                  <c:v>0.122619302375</c:v>
                </c:pt>
                <c:pt idx="591">
                  <c:v>0.122619302375</c:v>
                </c:pt>
                <c:pt idx="592">
                  <c:v>0.123261288252</c:v>
                </c:pt>
                <c:pt idx="593">
                  <c:v>0.123261288252</c:v>
                </c:pt>
                <c:pt idx="594">
                  <c:v>0.123475283544</c:v>
                </c:pt>
                <c:pt idx="595">
                  <c:v>0.123475283544</c:v>
                </c:pt>
                <c:pt idx="596">
                  <c:v>0.12368927883600001</c:v>
                </c:pt>
                <c:pt idx="597">
                  <c:v>0.12368927883600001</c:v>
                </c:pt>
                <c:pt idx="598">
                  <c:v>0.125401241173</c:v>
                </c:pt>
                <c:pt idx="599">
                  <c:v>0.125401241173</c:v>
                </c:pt>
                <c:pt idx="600">
                  <c:v>0.125829231757</c:v>
                </c:pt>
                <c:pt idx="601">
                  <c:v>0.125829231757</c:v>
                </c:pt>
                <c:pt idx="602">
                  <c:v>0.12604322704900001</c:v>
                </c:pt>
                <c:pt idx="603">
                  <c:v>0.12604322704900001</c:v>
                </c:pt>
                <c:pt idx="604">
                  <c:v>0.12689920821699999</c:v>
                </c:pt>
                <c:pt idx="605">
                  <c:v>0.12711320350999999</c:v>
                </c:pt>
                <c:pt idx="606">
                  <c:v>0.127755189386</c:v>
                </c:pt>
                <c:pt idx="607">
                  <c:v>0.127755189386</c:v>
                </c:pt>
                <c:pt idx="608">
                  <c:v>0.127969184678</c:v>
                </c:pt>
                <c:pt idx="609">
                  <c:v>0.127969184678</c:v>
                </c:pt>
                <c:pt idx="610">
                  <c:v>0.12882516584600001</c:v>
                </c:pt>
                <c:pt idx="611">
                  <c:v>0.12882516584600001</c:v>
                </c:pt>
                <c:pt idx="612">
                  <c:v>0.129467151723</c:v>
                </c:pt>
                <c:pt idx="613">
                  <c:v>0.129467151723</c:v>
                </c:pt>
                <c:pt idx="614">
                  <c:v>0.130323132891</c:v>
                </c:pt>
                <c:pt idx="615">
                  <c:v>0.130323132891</c:v>
                </c:pt>
                <c:pt idx="616">
                  <c:v>0.13075112347500001</c:v>
                </c:pt>
                <c:pt idx="617">
                  <c:v>0.13075112347500001</c:v>
                </c:pt>
                <c:pt idx="618">
                  <c:v>0.132035095228</c:v>
                </c:pt>
                <c:pt idx="619">
                  <c:v>0.132035095228</c:v>
                </c:pt>
                <c:pt idx="620">
                  <c:v>0.13310507168800001</c:v>
                </c:pt>
                <c:pt idx="621">
                  <c:v>0.13310507168800001</c:v>
                </c:pt>
                <c:pt idx="622">
                  <c:v>0.13331906698099999</c:v>
                </c:pt>
                <c:pt idx="623">
                  <c:v>0.13331906698099999</c:v>
                </c:pt>
                <c:pt idx="624">
                  <c:v>0.133961052857</c:v>
                </c:pt>
                <c:pt idx="625">
                  <c:v>0.133961052857</c:v>
                </c:pt>
                <c:pt idx="626">
                  <c:v>0.134603038733</c:v>
                </c:pt>
                <c:pt idx="627">
                  <c:v>0.134603038733</c:v>
                </c:pt>
                <c:pt idx="628">
                  <c:v>0.134817034025</c:v>
                </c:pt>
                <c:pt idx="629">
                  <c:v>0.134817034025</c:v>
                </c:pt>
                <c:pt idx="630">
                  <c:v>0.13567301519399999</c:v>
                </c:pt>
                <c:pt idx="631">
                  <c:v>0.13588701048599999</c:v>
                </c:pt>
                <c:pt idx="632">
                  <c:v>0.13588701048599999</c:v>
                </c:pt>
                <c:pt idx="633">
                  <c:v>0.13610100577799999</c:v>
                </c:pt>
                <c:pt idx="634">
                  <c:v>0.136956986946</c:v>
                </c:pt>
                <c:pt idx="635">
                  <c:v>0.136956986946</c:v>
                </c:pt>
                <c:pt idx="636">
                  <c:v>0.13759897282299999</c:v>
                </c:pt>
                <c:pt idx="637">
                  <c:v>0.13759897282299999</c:v>
                </c:pt>
                <c:pt idx="638">
                  <c:v>0.13802696340699999</c:v>
                </c:pt>
                <c:pt idx="639">
                  <c:v>0.13802696340699999</c:v>
                </c:pt>
                <c:pt idx="640">
                  <c:v>0.13952493045200001</c:v>
                </c:pt>
                <c:pt idx="641">
                  <c:v>0.14016691632799999</c:v>
                </c:pt>
                <c:pt idx="642">
                  <c:v>0.143376845709</c:v>
                </c:pt>
                <c:pt idx="643">
                  <c:v>0.143376845709</c:v>
                </c:pt>
                <c:pt idx="644">
                  <c:v>0.14401883158600001</c:v>
                </c:pt>
                <c:pt idx="645">
                  <c:v>0.14401883158600001</c:v>
                </c:pt>
                <c:pt idx="646">
                  <c:v>0.14466081746199999</c:v>
                </c:pt>
                <c:pt idx="647">
                  <c:v>0.14466081746199999</c:v>
                </c:pt>
                <c:pt idx="648">
                  <c:v>0.145088808046</c:v>
                </c:pt>
                <c:pt idx="649">
                  <c:v>0.14594478921500001</c:v>
                </c:pt>
                <c:pt idx="650">
                  <c:v>0.14637277979900001</c:v>
                </c:pt>
                <c:pt idx="651">
                  <c:v>0.14637277979900001</c:v>
                </c:pt>
                <c:pt idx="652">
                  <c:v>0.14658677509099999</c:v>
                </c:pt>
                <c:pt idx="653">
                  <c:v>0.147442756259</c:v>
                </c:pt>
                <c:pt idx="654">
                  <c:v>0.147656751551</c:v>
                </c:pt>
                <c:pt idx="655">
                  <c:v>0.147656751551</c:v>
                </c:pt>
                <c:pt idx="656">
                  <c:v>0.14787074684400001</c:v>
                </c:pt>
                <c:pt idx="657">
                  <c:v>0.14787074684400001</c:v>
                </c:pt>
                <c:pt idx="658">
                  <c:v>0.14808474213600001</c:v>
                </c:pt>
                <c:pt idx="659">
                  <c:v>0.14808474213600001</c:v>
                </c:pt>
                <c:pt idx="660">
                  <c:v>0.15022469505700001</c:v>
                </c:pt>
                <c:pt idx="661">
                  <c:v>0.15043869034900001</c:v>
                </c:pt>
                <c:pt idx="662">
                  <c:v>0.15043869034900001</c:v>
                </c:pt>
                <c:pt idx="663">
                  <c:v>0.15086668093300001</c:v>
                </c:pt>
                <c:pt idx="664">
                  <c:v>0.15086668093300001</c:v>
                </c:pt>
                <c:pt idx="665">
                  <c:v>0.151936657394</c:v>
                </c:pt>
                <c:pt idx="666">
                  <c:v>0.151936657394</c:v>
                </c:pt>
                <c:pt idx="667">
                  <c:v>0.15236464797800001</c:v>
                </c:pt>
                <c:pt idx="668">
                  <c:v>0.15236464797800001</c:v>
                </c:pt>
                <c:pt idx="669">
                  <c:v>0.15257864327000001</c:v>
                </c:pt>
                <c:pt idx="670">
                  <c:v>0.15257864327000001</c:v>
                </c:pt>
                <c:pt idx="671">
                  <c:v>0.15279263856200001</c:v>
                </c:pt>
                <c:pt idx="672">
                  <c:v>0.15279263856200001</c:v>
                </c:pt>
                <c:pt idx="673">
                  <c:v>0.15322062914599999</c:v>
                </c:pt>
                <c:pt idx="674">
                  <c:v>0.15343462443799999</c:v>
                </c:pt>
                <c:pt idx="675">
                  <c:v>0.15343462443799999</c:v>
                </c:pt>
                <c:pt idx="676">
                  <c:v>0.15386261502199999</c:v>
                </c:pt>
                <c:pt idx="677">
                  <c:v>0.15386261502199999</c:v>
                </c:pt>
                <c:pt idx="678">
                  <c:v>0.154290605607</c:v>
                </c:pt>
                <c:pt idx="679">
                  <c:v>0.154290605607</c:v>
                </c:pt>
                <c:pt idx="680">
                  <c:v>0.15536058206700001</c:v>
                </c:pt>
                <c:pt idx="681">
                  <c:v>0.15536058206700001</c:v>
                </c:pt>
                <c:pt idx="682">
                  <c:v>0.156002567944</c:v>
                </c:pt>
                <c:pt idx="683">
                  <c:v>0.156002567944</c:v>
                </c:pt>
                <c:pt idx="684">
                  <c:v>0.156430558528</c:v>
                </c:pt>
                <c:pt idx="685">
                  <c:v>0.156430558528</c:v>
                </c:pt>
                <c:pt idx="686">
                  <c:v>0.15707254440400001</c:v>
                </c:pt>
                <c:pt idx="687">
                  <c:v>0.15771453027999999</c:v>
                </c:pt>
                <c:pt idx="688">
                  <c:v>0.15964048790900001</c:v>
                </c:pt>
                <c:pt idx="689">
                  <c:v>0.15964048790900001</c:v>
                </c:pt>
                <c:pt idx="690">
                  <c:v>0.16006847849299999</c:v>
                </c:pt>
                <c:pt idx="691">
                  <c:v>0.16006847849299999</c:v>
                </c:pt>
                <c:pt idx="692">
                  <c:v>0.160924459662</c:v>
                </c:pt>
                <c:pt idx="693">
                  <c:v>0.160924459662</c:v>
                </c:pt>
                <c:pt idx="694">
                  <c:v>0.16178044083000001</c:v>
                </c:pt>
                <c:pt idx="695">
                  <c:v>0.16178044083000001</c:v>
                </c:pt>
                <c:pt idx="696">
                  <c:v>0.16434838433599999</c:v>
                </c:pt>
                <c:pt idx="697">
                  <c:v>0.16434838433599999</c:v>
                </c:pt>
                <c:pt idx="698">
                  <c:v>0.16456237962799999</c:v>
                </c:pt>
                <c:pt idx="699">
                  <c:v>0.16456237962799999</c:v>
                </c:pt>
                <c:pt idx="700">
                  <c:v>0.167344318425</c:v>
                </c:pt>
                <c:pt idx="701">
                  <c:v>0.167344318425</c:v>
                </c:pt>
                <c:pt idx="702">
                  <c:v>0.167772309009</c:v>
                </c:pt>
                <c:pt idx="703">
                  <c:v>0.167772309009</c:v>
                </c:pt>
                <c:pt idx="704">
                  <c:v>0.16884228546999999</c:v>
                </c:pt>
                <c:pt idx="705">
                  <c:v>0.16884228546999999</c:v>
                </c:pt>
                <c:pt idx="706">
                  <c:v>0.17034025251400001</c:v>
                </c:pt>
                <c:pt idx="707">
                  <c:v>0.17034025251400001</c:v>
                </c:pt>
                <c:pt idx="708">
                  <c:v>0.17076824309899999</c:v>
                </c:pt>
                <c:pt idx="709">
                  <c:v>0.17076824309899999</c:v>
                </c:pt>
                <c:pt idx="710">
                  <c:v>0.171624224267</c:v>
                </c:pt>
                <c:pt idx="711">
                  <c:v>0.171624224267</c:v>
                </c:pt>
                <c:pt idx="712">
                  <c:v>0.172266210143</c:v>
                </c:pt>
                <c:pt idx="713">
                  <c:v>0.172266210143</c:v>
                </c:pt>
                <c:pt idx="714">
                  <c:v>0.17290819601999999</c:v>
                </c:pt>
                <c:pt idx="715">
                  <c:v>0.17290819601999999</c:v>
                </c:pt>
                <c:pt idx="716">
                  <c:v>0.17333618660399999</c:v>
                </c:pt>
                <c:pt idx="717">
                  <c:v>0.17333618660399999</c:v>
                </c:pt>
                <c:pt idx="718">
                  <c:v>0.17397817248</c:v>
                </c:pt>
                <c:pt idx="719">
                  <c:v>0.17397817248</c:v>
                </c:pt>
                <c:pt idx="720">
                  <c:v>0.17462015835700001</c:v>
                </c:pt>
                <c:pt idx="721">
                  <c:v>0.17462015835700001</c:v>
                </c:pt>
                <c:pt idx="722">
                  <c:v>0.17483415364900001</c:v>
                </c:pt>
                <c:pt idx="723">
                  <c:v>0.17483415364900001</c:v>
                </c:pt>
                <c:pt idx="724">
                  <c:v>0.17504814894099999</c:v>
                </c:pt>
                <c:pt idx="725">
                  <c:v>0.17504814894099999</c:v>
                </c:pt>
                <c:pt idx="726">
                  <c:v>0.17569013481699999</c:v>
                </c:pt>
                <c:pt idx="727">
                  <c:v>0.17569013481699999</c:v>
                </c:pt>
                <c:pt idx="728">
                  <c:v>0.176118125401</c:v>
                </c:pt>
                <c:pt idx="729">
                  <c:v>0.176118125401</c:v>
                </c:pt>
                <c:pt idx="730">
                  <c:v>0.17676011127800001</c:v>
                </c:pt>
                <c:pt idx="731">
                  <c:v>0.17676011127800001</c:v>
                </c:pt>
                <c:pt idx="732">
                  <c:v>0.17783008773799999</c:v>
                </c:pt>
                <c:pt idx="733">
                  <c:v>0.17783008773799999</c:v>
                </c:pt>
                <c:pt idx="734">
                  <c:v>0.17954205007499999</c:v>
                </c:pt>
                <c:pt idx="735">
                  <c:v>0.17954205007499999</c:v>
                </c:pt>
                <c:pt idx="736">
                  <c:v>0.18125401241200001</c:v>
                </c:pt>
                <c:pt idx="737">
                  <c:v>0.18125401241200001</c:v>
                </c:pt>
                <c:pt idx="738">
                  <c:v>0.18146800770400001</c:v>
                </c:pt>
                <c:pt idx="739">
                  <c:v>0.18146800770400001</c:v>
                </c:pt>
                <c:pt idx="740">
                  <c:v>0.18189599828799999</c:v>
                </c:pt>
                <c:pt idx="741">
                  <c:v>0.18189599828799999</c:v>
                </c:pt>
                <c:pt idx="742">
                  <c:v>0.18253798416399999</c:v>
                </c:pt>
                <c:pt idx="743">
                  <c:v>0.18253798416399999</c:v>
                </c:pt>
                <c:pt idx="744">
                  <c:v>0.18317997004100001</c:v>
                </c:pt>
                <c:pt idx="745">
                  <c:v>0.18317997004100001</c:v>
                </c:pt>
                <c:pt idx="746">
                  <c:v>0.18467793708499999</c:v>
                </c:pt>
                <c:pt idx="747">
                  <c:v>0.18467793708499999</c:v>
                </c:pt>
                <c:pt idx="748">
                  <c:v>0.184891932377</c:v>
                </c:pt>
                <c:pt idx="749">
                  <c:v>0.184891932377</c:v>
                </c:pt>
                <c:pt idx="750">
                  <c:v>0.18660389471399999</c:v>
                </c:pt>
                <c:pt idx="751">
                  <c:v>0.18660389471399999</c:v>
                </c:pt>
                <c:pt idx="752">
                  <c:v>0.18681789000599999</c:v>
                </c:pt>
                <c:pt idx="753">
                  <c:v>0.18681789000599999</c:v>
                </c:pt>
                <c:pt idx="754">
                  <c:v>0.18788786646700001</c:v>
                </c:pt>
                <c:pt idx="755">
                  <c:v>0.18788786646700001</c:v>
                </c:pt>
                <c:pt idx="756">
                  <c:v>0.19002781938800001</c:v>
                </c:pt>
                <c:pt idx="757">
                  <c:v>0.19002781938800001</c:v>
                </c:pt>
                <c:pt idx="758">
                  <c:v>0.19024181468000001</c:v>
                </c:pt>
                <c:pt idx="759">
                  <c:v>0.19024181468000001</c:v>
                </c:pt>
                <c:pt idx="760">
                  <c:v>0.19045580997200001</c:v>
                </c:pt>
                <c:pt idx="761">
                  <c:v>0.19045580997200001</c:v>
                </c:pt>
                <c:pt idx="762">
                  <c:v>0.19216777230900001</c:v>
                </c:pt>
                <c:pt idx="763">
                  <c:v>0.19216777230900001</c:v>
                </c:pt>
                <c:pt idx="764">
                  <c:v>0.19238176760100001</c:v>
                </c:pt>
                <c:pt idx="765">
                  <c:v>0.19238176760100001</c:v>
                </c:pt>
                <c:pt idx="766">
                  <c:v>0.193879734646</c:v>
                </c:pt>
                <c:pt idx="767">
                  <c:v>0.193879734646</c:v>
                </c:pt>
                <c:pt idx="768">
                  <c:v>0.19430772523000001</c:v>
                </c:pt>
                <c:pt idx="769">
                  <c:v>0.19430772523000001</c:v>
                </c:pt>
                <c:pt idx="770">
                  <c:v>0.19494971110600001</c:v>
                </c:pt>
                <c:pt idx="771">
                  <c:v>0.19494971110600001</c:v>
                </c:pt>
                <c:pt idx="772">
                  <c:v>0.195805692275</c:v>
                </c:pt>
                <c:pt idx="773">
                  <c:v>0.195805692275</c:v>
                </c:pt>
                <c:pt idx="774">
                  <c:v>0.196447678151</c:v>
                </c:pt>
                <c:pt idx="775">
                  <c:v>0.196447678151</c:v>
                </c:pt>
                <c:pt idx="776">
                  <c:v>0.19944361224099999</c:v>
                </c:pt>
                <c:pt idx="777">
                  <c:v>0.19944361224099999</c:v>
                </c:pt>
                <c:pt idx="778">
                  <c:v>0.200513588701</c:v>
                </c:pt>
                <c:pt idx="779">
                  <c:v>0.200513588701</c:v>
                </c:pt>
                <c:pt idx="780">
                  <c:v>0.20115557457700001</c:v>
                </c:pt>
                <c:pt idx="781">
                  <c:v>0.20115557457700001</c:v>
                </c:pt>
                <c:pt idx="782">
                  <c:v>0.20158356516199999</c:v>
                </c:pt>
                <c:pt idx="783">
                  <c:v>0.20158356516199999</c:v>
                </c:pt>
                <c:pt idx="784">
                  <c:v>0.20243954633</c:v>
                </c:pt>
                <c:pt idx="785">
                  <c:v>0.20243954633</c:v>
                </c:pt>
                <c:pt idx="786">
                  <c:v>0.202867536914</c:v>
                </c:pt>
                <c:pt idx="787">
                  <c:v>0.202867536914</c:v>
                </c:pt>
                <c:pt idx="788">
                  <c:v>0.20372351808299999</c:v>
                </c:pt>
                <c:pt idx="789">
                  <c:v>0.20372351808299999</c:v>
                </c:pt>
                <c:pt idx="790">
                  <c:v>0.20436550395899999</c:v>
                </c:pt>
                <c:pt idx="791">
                  <c:v>0.204579499251</c:v>
                </c:pt>
                <c:pt idx="792">
                  <c:v>0.20543548041900001</c:v>
                </c:pt>
                <c:pt idx="793">
                  <c:v>0.20543548041900001</c:v>
                </c:pt>
                <c:pt idx="794">
                  <c:v>0.20564947571200001</c:v>
                </c:pt>
                <c:pt idx="795">
                  <c:v>0.20564947571200001</c:v>
                </c:pt>
                <c:pt idx="796">
                  <c:v>0.20629146158799999</c:v>
                </c:pt>
                <c:pt idx="797">
                  <c:v>0.20629146158799999</c:v>
                </c:pt>
                <c:pt idx="798">
                  <c:v>0.20778942863300001</c:v>
                </c:pt>
                <c:pt idx="799">
                  <c:v>0.20778942863300001</c:v>
                </c:pt>
                <c:pt idx="800">
                  <c:v>0.20800342392499999</c:v>
                </c:pt>
                <c:pt idx="801">
                  <c:v>0.20800342392499999</c:v>
                </c:pt>
                <c:pt idx="802">
                  <c:v>0.20843141450899999</c:v>
                </c:pt>
                <c:pt idx="803">
                  <c:v>0.20843141450899999</c:v>
                </c:pt>
                <c:pt idx="804">
                  <c:v>0.209073400385</c:v>
                </c:pt>
                <c:pt idx="805">
                  <c:v>0.209073400385</c:v>
                </c:pt>
                <c:pt idx="806">
                  <c:v>0.21014337684600001</c:v>
                </c:pt>
                <c:pt idx="807">
                  <c:v>0.21014337684600001</c:v>
                </c:pt>
                <c:pt idx="808">
                  <c:v>0.21035737213799999</c:v>
                </c:pt>
                <c:pt idx="809">
                  <c:v>0.21035737213799999</c:v>
                </c:pt>
                <c:pt idx="810">
                  <c:v>0.21185533918300001</c:v>
                </c:pt>
                <c:pt idx="811">
                  <c:v>0.21185533918300001</c:v>
                </c:pt>
                <c:pt idx="812">
                  <c:v>0.21206933447500001</c:v>
                </c:pt>
                <c:pt idx="813">
                  <c:v>0.21206933447500001</c:v>
                </c:pt>
                <c:pt idx="814">
                  <c:v>0.21249732505899999</c:v>
                </c:pt>
                <c:pt idx="815">
                  <c:v>0.21249732505899999</c:v>
                </c:pt>
                <c:pt idx="816">
                  <c:v>0.213781296811</c:v>
                </c:pt>
                <c:pt idx="817">
                  <c:v>0.213781296811</c:v>
                </c:pt>
                <c:pt idx="818">
                  <c:v>0.21720522148499999</c:v>
                </c:pt>
                <c:pt idx="819">
                  <c:v>0.21720522148499999</c:v>
                </c:pt>
                <c:pt idx="820">
                  <c:v>0.21977316498999999</c:v>
                </c:pt>
                <c:pt idx="821">
                  <c:v>0.21977316498999999</c:v>
                </c:pt>
                <c:pt idx="822">
                  <c:v>0.22148512732699999</c:v>
                </c:pt>
                <c:pt idx="823">
                  <c:v>0.22148512732699999</c:v>
                </c:pt>
                <c:pt idx="824">
                  <c:v>0.222127113204</c:v>
                </c:pt>
                <c:pt idx="825">
                  <c:v>0.222127113204</c:v>
                </c:pt>
                <c:pt idx="826">
                  <c:v>0.222341108496</c:v>
                </c:pt>
                <c:pt idx="827">
                  <c:v>0.222341108496</c:v>
                </c:pt>
                <c:pt idx="828">
                  <c:v>0.222555103788</c:v>
                </c:pt>
                <c:pt idx="829">
                  <c:v>0.222555103788</c:v>
                </c:pt>
                <c:pt idx="830">
                  <c:v>0.22276909908</c:v>
                </c:pt>
                <c:pt idx="831">
                  <c:v>0.22276909908</c:v>
                </c:pt>
                <c:pt idx="832">
                  <c:v>0.224267066125</c:v>
                </c:pt>
                <c:pt idx="833">
                  <c:v>0.224267066125</c:v>
                </c:pt>
                <c:pt idx="834">
                  <c:v>0.224481061417</c:v>
                </c:pt>
                <c:pt idx="835">
                  <c:v>0.224481061417</c:v>
                </c:pt>
                <c:pt idx="836">
                  <c:v>0.224695056709</c:v>
                </c:pt>
                <c:pt idx="837">
                  <c:v>0.224695056709</c:v>
                </c:pt>
                <c:pt idx="838">
                  <c:v>0.224909052001</c:v>
                </c:pt>
                <c:pt idx="839">
                  <c:v>0.224909052001</c:v>
                </c:pt>
                <c:pt idx="840">
                  <c:v>0.22597902846099999</c:v>
                </c:pt>
                <c:pt idx="841">
                  <c:v>0.22597902846099999</c:v>
                </c:pt>
                <c:pt idx="842">
                  <c:v>0.227049004922</c:v>
                </c:pt>
                <c:pt idx="843">
                  <c:v>0.227049004922</c:v>
                </c:pt>
                <c:pt idx="844">
                  <c:v>0.228760967259</c:v>
                </c:pt>
                <c:pt idx="845">
                  <c:v>0.228760967259</c:v>
                </c:pt>
                <c:pt idx="846">
                  <c:v>0.22983094371900001</c:v>
                </c:pt>
                <c:pt idx="847">
                  <c:v>0.22983094371900001</c:v>
                </c:pt>
                <c:pt idx="848">
                  <c:v>0.23047292959599999</c:v>
                </c:pt>
                <c:pt idx="849">
                  <c:v>0.23047292959599999</c:v>
                </c:pt>
                <c:pt idx="850">
                  <c:v>0.23197089664000001</c:v>
                </c:pt>
                <c:pt idx="851">
                  <c:v>0.23197089664000001</c:v>
                </c:pt>
                <c:pt idx="852">
                  <c:v>0.23239888722400001</c:v>
                </c:pt>
                <c:pt idx="853">
                  <c:v>0.23239888722400001</c:v>
                </c:pt>
                <c:pt idx="854">
                  <c:v>0.233254868393</c:v>
                </c:pt>
                <c:pt idx="855">
                  <c:v>0.233254868393</c:v>
                </c:pt>
                <c:pt idx="856">
                  <c:v>0.233682858977</c:v>
                </c:pt>
                <c:pt idx="857">
                  <c:v>0.233682858977</c:v>
                </c:pt>
                <c:pt idx="858">
                  <c:v>0.23432484485300001</c:v>
                </c:pt>
                <c:pt idx="859">
                  <c:v>0.23432484485300001</c:v>
                </c:pt>
                <c:pt idx="860">
                  <c:v>0.23496683072999999</c:v>
                </c:pt>
                <c:pt idx="861">
                  <c:v>0.23496683072999999</c:v>
                </c:pt>
                <c:pt idx="862">
                  <c:v>0.237748769527</c:v>
                </c:pt>
                <c:pt idx="863">
                  <c:v>0.237748769527</c:v>
                </c:pt>
                <c:pt idx="864">
                  <c:v>0.23903274127999999</c:v>
                </c:pt>
                <c:pt idx="865">
                  <c:v>0.23903274127999999</c:v>
                </c:pt>
                <c:pt idx="866">
                  <c:v>0.23924673657199999</c:v>
                </c:pt>
                <c:pt idx="867">
                  <c:v>0.23924673657199999</c:v>
                </c:pt>
                <c:pt idx="868">
                  <c:v>0.24160068478499999</c:v>
                </c:pt>
                <c:pt idx="869">
                  <c:v>0.24160068478499999</c:v>
                </c:pt>
                <c:pt idx="870">
                  <c:v>0.242456665953</c:v>
                </c:pt>
                <c:pt idx="871">
                  <c:v>0.242456665953</c:v>
                </c:pt>
                <c:pt idx="872">
                  <c:v>0.24352664241399999</c:v>
                </c:pt>
                <c:pt idx="873">
                  <c:v>0.24352664241399999</c:v>
                </c:pt>
                <c:pt idx="874">
                  <c:v>0.24416862828999999</c:v>
                </c:pt>
                <c:pt idx="875">
                  <c:v>0.24416862828999999</c:v>
                </c:pt>
                <c:pt idx="876">
                  <c:v>0.244382623582</c:v>
                </c:pt>
                <c:pt idx="877">
                  <c:v>0.244382623582</c:v>
                </c:pt>
                <c:pt idx="878">
                  <c:v>0.24545260004300001</c:v>
                </c:pt>
                <c:pt idx="879">
                  <c:v>0.24545260004300001</c:v>
                </c:pt>
                <c:pt idx="880">
                  <c:v>0.24588059062699999</c:v>
                </c:pt>
                <c:pt idx="881">
                  <c:v>0.24588059062699999</c:v>
                </c:pt>
                <c:pt idx="882">
                  <c:v>0.24630858121099999</c:v>
                </c:pt>
                <c:pt idx="883">
                  <c:v>0.24630858121099999</c:v>
                </c:pt>
                <c:pt idx="884">
                  <c:v>0.246522576503</c:v>
                </c:pt>
                <c:pt idx="885">
                  <c:v>0.246522576503</c:v>
                </c:pt>
                <c:pt idx="886">
                  <c:v>0.24759255296400001</c:v>
                </c:pt>
                <c:pt idx="887">
                  <c:v>0.24759255296400001</c:v>
                </c:pt>
                <c:pt idx="888">
                  <c:v>0.248662529424</c:v>
                </c:pt>
                <c:pt idx="889">
                  <c:v>0.248662529424</c:v>
                </c:pt>
                <c:pt idx="890">
                  <c:v>0.24930451530100001</c:v>
                </c:pt>
                <c:pt idx="891">
                  <c:v>0.24930451530100001</c:v>
                </c:pt>
                <c:pt idx="892">
                  <c:v>0.25037449176100002</c:v>
                </c:pt>
                <c:pt idx="893">
                  <c:v>0.25037449176100002</c:v>
                </c:pt>
                <c:pt idx="894">
                  <c:v>0.25058848705300002</c:v>
                </c:pt>
                <c:pt idx="895">
                  <c:v>0.25058848705300002</c:v>
                </c:pt>
                <c:pt idx="896">
                  <c:v>0.25123047293</c:v>
                </c:pt>
                <c:pt idx="897">
                  <c:v>0.25123047293</c:v>
                </c:pt>
                <c:pt idx="898">
                  <c:v>0.25144446822200001</c:v>
                </c:pt>
                <c:pt idx="899">
                  <c:v>0.25144446822200001</c:v>
                </c:pt>
                <c:pt idx="900">
                  <c:v>0.253156430559</c:v>
                </c:pt>
                <c:pt idx="901">
                  <c:v>0.253156430559</c:v>
                </c:pt>
                <c:pt idx="902">
                  <c:v>0.25529638348</c:v>
                </c:pt>
                <c:pt idx="903">
                  <c:v>0.25529638348</c:v>
                </c:pt>
                <c:pt idx="904">
                  <c:v>0.25593836935600001</c:v>
                </c:pt>
                <c:pt idx="905">
                  <c:v>0.25636635994000001</c:v>
                </c:pt>
                <c:pt idx="906">
                  <c:v>0.25679435052400001</c:v>
                </c:pt>
                <c:pt idx="907">
                  <c:v>0.25679435052400001</c:v>
                </c:pt>
                <c:pt idx="908">
                  <c:v>0.25936229403</c:v>
                </c:pt>
                <c:pt idx="909">
                  <c:v>0.25936229403</c:v>
                </c:pt>
                <c:pt idx="910">
                  <c:v>0.260218275198</c:v>
                </c:pt>
                <c:pt idx="911">
                  <c:v>0.260218275198</c:v>
                </c:pt>
                <c:pt idx="912">
                  <c:v>0.26064626578200001</c:v>
                </c:pt>
                <c:pt idx="913">
                  <c:v>0.26064626578200001</c:v>
                </c:pt>
                <c:pt idx="914">
                  <c:v>0.26107425636600001</c:v>
                </c:pt>
                <c:pt idx="915">
                  <c:v>0.26107425636600001</c:v>
                </c:pt>
                <c:pt idx="916">
                  <c:v>0.261930237535</c:v>
                </c:pt>
                <c:pt idx="917">
                  <c:v>0.261930237535</c:v>
                </c:pt>
                <c:pt idx="918">
                  <c:v>0.262358228119</c:v>
                </c:pt>
                <c:pt idx="919">
                  <c:v>0.262358228119</c:v>
                </c:pt>
                <c:pt idx="920">
                  <c:v>0.26364219987199999</c:v>
                </c:pt>
                <c:pt idx="921">
                  <c:v>0.26364219987199999</c:v>
                </c:pt>
                <c:pt idx="922">
                  <c:v>0.263856195164</c:v>
                </c:pt>
                <c:pt idx="923">
                  <c:v>0.263856195164</c:v>
                </c:pt>
                <c:pt idx="924">
                  <c:v>0.26514016691600001</c:v>
                </c:pt>
                <c:pt idx="925">
                  <c:v>0.26514016691600001</c:v>
                </c:pt>
                <c:pt idx="926">
                  <c:v>0.26578215279299999</c:v>
                </c:pt>
                <c:pt idx="927">
                  <c:v>0.26578215279299999</c:v>
                </c:pt>
                <c:pt idx="928">
                  <c:v>0.26599614808499999</c:v>
                </c:pt>
                <c:pt idx="929">
                  <c:v>0.26599614808499999</c:v>
                </c:pt>
                <c:pt idx="930">
                  <c:v>0.26706612454500001</c:v>
                </c:pt>
                <c:pt idx="931">
                  <c:v>0.26706612454500001</c:v>
                </c:pt>
                <c:pt idx="932">
                  <c:v>0.26813610100599999</c:v>
                </c:pt>
                <c:pt idx="933">
                  <c:v>0.26813610100599999</c:v>
                </c:pt>
                <c:pt idx="934">
                  <c:v>0.26856409159</c:v>
                </c:pt>
                <c:pt idx="935">
                  <c:v>0.26856409159</c:v>
                </c:pt>
                <c:pt idx="936">
                  <c:v>0.271132035095</c:v>
                </c:pt>
                <c:pt idx="937">
                  <c:v>0.271346030387</c:v>
                </c:pt>
                <c:pt idx="938">
                  <c:v>0.27156002567900001</c:v>
                </c:pt>
                <c:pt idx="939">
                  <c:v>0.27156002567900001</c:v>
                </c:pt>
                <c:pt idx="940">
                  <c:v>0.27263000213999999</c:v>
                </c:pt>
                <c:pt idx="941">
                  <c:v>0.27263000213999999</c:v>
                </c:pt>
                <c:pt idx="942">
                  <c:v>0.27690990798199999</c:v>
                </c:pt>
                <c:pt idx="943">
                  <c:v>0.27690990798199999</c:v>
                </c:pt>
                <c:pt idx="944">
                  <c:v>0.27819387973499998</c:v>
                </c:pt>
                <c:pt idx="945">
                  <c:v>0.27819387973499998</c:v>
                </c:pt>
                <c:pt idx="946">
                  <c:v>0.27840787502699998</c:v>
                </c:pt>
                <c:pt idx="947">
                  <c:v>0.27840787502699998</c:v>
                </c:pt>
                <c:pt idx="948">
                  <c:v>0.279691846779</c:v>
                </c:pt>
                <c:pt idx="949">
                  <c:v>0.279691846779</c:v>
                </c:pt>
                <c:pt idx="950">
                  <c:v>0.28140380911599999</c:v>
                </c:pt>
                <c:pt idx="951">
                  <c:v>0.28140380911599999</c:v>
                </c:pt>
                <c:pt idx="952">
                  <c:v>0.28161780440799999</c:v>
                </c:pt>
                <c:pt idx="953">
                  <c:v>0.28161780440799999</c:v>
                </c:pt>
                <c:pt idx="954">
                  <c:v>0.28290177616099998</c:v>
                </c:pt>
                <c:pt idx="955">
                  <c:v>0.28290177616099998</c:v>
                </c:pt>
                <c:pt idx="956">
                  <c:v>0.28354376203699999</c:v>
                </c:pt>
                <c:pt idx="957">
                  <c:v>0.28354376203699999</c:v>
                </c:pt>
                <c:pt idx="958">
                  <c:v>0.28439974320599998</c:v>
                </c:pt>
                <c:pt idx="959">
                  <c:v>0.28439974320599998</c:v>
                </c:pt>
                <c:pt idx="960">
                  <c:v>0.28546971966599999</c:v>
                </c:pt>
                <c:pt idx="961">
                  <c:v>0.28546971966599999</c:v>
                </c:pt>
                <c:pt idx="962">
                  <c:v>0.28632570083499997</c:v>
                </c:pt>
                <c:pt idx="963">
                  <c:v>0.28632570083499997</c:v>
                </c:pt>
                <c:pt idx="964">
                  <c:v>0.28718168200299998</c:v>
                </c:pt>
                <c:pt idx="965">
                  <c:v>0.28718168200299998</c:v>
                </c:pt>
                <c:pt idx="966">
                  <c:v>0.29081960196899997</c:v>
                </c:pt>
                <c:pt idx="967">
                  <c:v>0.29081960196899997</c:v>
                </c:pt>
                <c:pt idx="968">
                  <c:v>0.29531350310299997</c:v>
                </c:pt>
                <c:pt idx="969">
                  <c:v>0.29531350310299997</c:v>
                </c:pt>
                <c:pt idx="970">
                  <c:v>0.29574149368699998</c:v>
                </c:pt>
                <c:pt idx="971">
                  <c:v>0.29574149368699998</c:v>
                </c:pt>
                <c:pt idx="972">
                  <c:v>0.29830943719199998</c:v>
                </c:pt>
                <c:pt idx="973">
                  <c:v>0.29830943719199998</c:v>
                </c:pt>
                <c:pt idx="974">
                  <c:v>0.30066338540600002</c:v>
                </c:pt>
                <c:pt idx="975">
                  <c:v>0.30066338540600002</c:v>
                </c:pt>
                <c:pt idx="976">
                  <c:v>0.30194735715799997</c:v>
                </c:pt>
                <c:pt idx="977">
                  <c:v>0.30194735715799997</c:v>
                </c:pt>
                <c:pt idx="978">
                  <c:v>0.30237534774199998</c:v>
                </c:pt>
                <c:pt idx="979">
                  <c:v>0.30237534774199998</c:v>
                </c:pt>
                <c:pt idx="980">
                  <c:v>0.30280333832700002</c:v>
                </c:pt>
                <c:pt idx="981">
                  <c:v>0.30280333832700002</c:v>
                </c:pt>
                <c:pt idx="982">
                  <c:v>0.30558527712400002</c:v>
                </c:pt>
                <c:pt idx="983">
                  <c:v>0.30558527712400002</c:v>
                </c:pt>
                <c:pt idx="984">
                  <c:v>0.30772523004500002</c:v>
                </c:pt>
                <c:pt idx="985">
                  <c:v>0.30772523004500002</c:v>
                </c:pt>
                <c:pt idx="986">
                  <c:v>0.30836721592100003</c:v>
                </c:pt>
                <c:pt idx="987">
                  <c:v>0.30836721592100003</c:v>
                </c:pt>
                <c:pt idx="988">
                  <c:v>0.30900920179800001</c:v>
                </c:pt>
                <c:pt idx="989">
                  <c:v>0.30900920179800001</c:v>
                </c:pt>
                <c:pt idx="990">
                  <c:v>0.30922319709000001</c:v>
                </c:pt>
                <c:pt idx="991">
                  <c:v>0.30922319709000001</c:v>
                </c:pt>
                <c:pt idx="992">
                  <c:v>0.31179114059500002</c:v>
                </c:pt>
                <c:pt idx="993">
                  <c:v>0.31179114059500002</c:v>
                </c:pt>
                <c:pt idx="994">
                  <c:v>0.31243312647100002</c:v>
                </c:pt>
                <c:pt idx="995">
                  <c:v>0.31243312647100002</c:v>
                </c:pt>
                <c:pt idx="996">
                  <c:v>0.31264712176300002</c:v>
                </c:pt>
                <c:pt idx="997">
                  <c:v>0.31264712176300002</c:v>
                </c:pt>
                <c:pt idx="998">
                  <c:v>0.31328910764000001</c:v>
                </c:pt>
                <c:pt idx="999">
                  <c:v>0.31328910764000001</c:v>
                </c:pt>
                <c:pt idx="1000">
                  <c:v>0.31735501819</c:v>
                </c:pt>
                <c:pt idx="1001">
                  <c:v>0.31735501819</c:v>
                </c:pt>
                <c:pt idx="1002">
                  <c:v>0.31821099935800001</c:v>
                </c:pt>
                <c:pt idx="1003">
                  <c:v>0.31821099935800001</c:v>
                </c:pt>
                <c:pt idx="1004">
                  <c:v>0.31992296169500001</c:v>
                </c:pt>
                <c:pt idx="1005">
                  <c:v>0.31992296169500001</c:v>
                </c:pt>
                <c:pt idx="1006">
                  <c:v>0.32099293815500002</c:v>
                </c:pt>
                <c:pt idx="1007">
                  <c:v>0.32099293815500002</c:v>
                </c:pt>
                <c:pt idx="1008">
                  <c:v>0.32313289107600002</c:v>
                </c:pt>
                <c:pt idx="1009">
                  <c:v>0.32313289107600002</c:v>
                </c:pt>
                <c:pt idx="1010">
                  <c:v>0.32505884870500001</c:v>
                </c:pt>
                <c:pt idx="1011">
                  <c:v>0.32505884870500001</c:v>
                </c:pt>
                <c:pt idx="1012">
                  <c:v>0.325914829874</c:v>
                </c:pt>
                <c:pt idx="1013">
                  <c:v>0.325914829874</c:v>
                </c:pt>
                <c:pt idx="1014">
                  <c:v>0.32677081104200001</c:v>
                </c:pt>
                <c:pt idx="1015">
                  <c:v>0.32677081104200001</c:v>
                </c:pt>
                <c:pt idx="1016">
                  <c:v>0.328482773379</c:v>
                </c:pt>
                <c:pt idx="1017">
                  <c:v>0.328482773379</c:v>
                </c:pt>
                <c:pt idx="1018">
                  <c:v>0.32891076396300001</c:v>
                </c:pt>
                <c:pt idx="1019">
                  <c:v>0.32891076396300001</c:v>
                </c:pt>
                <c:pt idx="1020">
                  <c:v>0.32955274983999999</c:v>
                </c:pt>
                <c:pt idx="1021">
                  <c:v>0.32955274983999999</c:v>
                </c:pt>
                <c:pt idx="1022">
                  <c:v>0.329980740424</c:v>
                </c:pt>
                <c:pt idx="1023">
                  <c:v>0.329980740424</c:v>
                </c:pt>
                <c:pt idx="1024">
                  <c:v>0.33190669805299999</c:v>
                </c:pt>
                <c:pt idx="1025">
                  <c:v>0.33190669805299999</c:v>
                </c:pt>
                <c:pt idx="1026">
                  <c:v>0.332120693345</c:v>
                </c:pt>
                <c:pt idx="1027">
                  <c:v>0.332120693345</c:v>
                </c:pt>
                <c:pt idx="1028">
                  <c:v>0.332976674513</c:v>
                </c:pt>
                <c:pt idx="1029">
                  <c:v>0.332976674513</c:v>
                </c:pt>
                <c:pt idx="1030">
                  <c:v>0.33340466509700001</c:v>
                </c:pt>
                <c:pt idx="1031">
                  <c:v>0.33340466509700001</c:v>
                </c:pt>
                <c:pt idx="1032">
                  <c:v>0.33426064626599999</c:v>
                </c:pt>
                <c:pt idx="1033">
                  <c:v>0.33426064626599999</c:v>
                </c:pt>
                <c:pt idx="1034">
                  <c:v>0.337470575647</c:v>
                </c:pt>
                <c:pt idx="1035">
                  <c:v>0.337470575647</c:v>
                </c:pt>
                <c:pt idx="1036">
                  <c:v>0.33789856623199999</c:v>
                </c:pt>
                <c:pt idx="1037">
                  <c:v>0.33811256152399999</c:v>
                </c:pt>
                <c:pt idx="1038">
                  <c:v>0.33811256152399999</c:v>
                </c:pt>
                <c:pt idx="1039">
                  <c:v>0.34046650973699999</c:v>
                </c:pt>
                <c:pt idx="1040">
                  <c:v>0.34046650973699999</c:v>
                </c:pt>
                <c:pt idx="1041">
                  <c:v>0.34089450032099999</c:v>
                </c:pt>
                <c:pt idx="1042">
                  <c:v>0.34089450032099999</c:v>
                </c:pt>
                <c:pt idx="1043">
                  <c:v>0.34496041087099999</c:v>
                </c:pt>
                <c:pt idx="1044">
                  <c:v>0.34496041087099999</c:v>
                </c:pt>
                <c:pt idx="1045">
                  <c:v>0.34688636849999999</c:v>
                </c:pt>
                <c:pt idx="1046">
                  <c:v>0.34688636849999999</c:v>
                </c:pt>
                <c:pt idx="1047">
                  <c:v>0.34731435908399999</c:v>
                </c:pt>
                <c:pt idx="1048">
                  <c:v>0.34731435908399999</c:v>
                </c:pt>
                <c:pt idx="1049">
                  <c:v>0.34774234966799999</c:v>
                </c:pt>
                <c:pt idx="1050">
                  <c:v>0.34774234966799999</c:v>
                </c:pt>
                <c:pt idx="1051">
                  <c:v>0.34924031671299999</c:v>
                </c:pt>
                <c:pt idx="1052">
                  <c:v>0.34924031671299999</c:v>
                </c:pt>
                <c:pt idx="1053">
                  <c:v>0.34988230258899999</c:v>
                </c:pt>
                <c:pt idx="1054">
                  <c:v>0.34988230258899999</c:v>
                </c:pt>
                <c:pt idx="1055">
                  <c:v>0.35287823667899998</c:v>
                </c:pt>
                <c:pt idx="1056">
                  <c:v>0.35287823667899998</c:v>
                </c:pt>
                <c:pt idx="1057">
                  <c:v>0.35352022255499999</c:v>
                </c:pt>
                <c:pt idx="1058">
                  <c:v>0.35352022255499999</c:v>
                </c:pt>
                <c:pt idx="1059">
                  <c:v>0.35801412368899999</c:v>
                </c:pt>
                <c:pt idx="1060">
                  <c:v>0.35801412368899999</c:v>
                </c:pt>
                <c:pt idx="1061">
                  <c:v>0.35972608602599998</c:v>
                </c:pt>
                <c:pt idx="1062">
                  <c:v>0.35972608602599998</c:v>
                </c:pt>
                <c:pt idx="1063">
                  <c:v>0.35994008131799998</c:v>
                </c:pt>
                <c:pt idx="1064">
                  <c:v>0.35994008131799998</c:v>
                </c:pt>
                <c:pt idx="1065">
                  <c:v>0.36015407660999998</c:v>
                </c:pt>
                <c:pt idx="1066">
                  <c:v>0.36015407660999998</c:v>
                </c:pt>
                <c:pt idx="1067">
                  <c:v>0.36122405307099997</c:v>
                </c:pt>
                <c:pt idx="1068">
                  <c:v>0.36122405307099997</c:v>
                </c:pt>
                <c:pt idx="1069">
                  <c:v>0.36379199657599998</c:v>
                </c:pt>
                <c:pt idx="1070">
                  <c:v>0.36379199657599998</c:v>
                </c:pt>
                <c:pt idx="1071">
                  <c:v>0.36443398245199998</c:v>
                </c:pt>
                <c:pt idx="1072">
                  <c:v>0.36443398245199998</c:v>
                </c:pt>
                <c:pt idx="1073">
                  <c:v>0.36635994008099998</c:v>
                </c:pt>
                <c:pt idx="1074">
                  <c:v>0.36635994008099998</c:v>
                </c:pt>
                <c:pt idx="1075">
                  <c:v>0.36956986946300002</c:v>
                </c:pt>
                <c:pt idx="1076">
                  <c:v>0.36956986946300002</c:v>
                </c:pt>
                <c:pt idx="1077">
                  <c:v>0.37063984592299998</c:v>
                </c:pt>
                <c:pt idx="1078">
                  <c:v>0.37063984592299998</c:v>
                </c:pt>
                <c:pt idx="1079">
                  <c:v>0.37235180825999997</c:v>
                </c:pt>
                <c:pt idx="1080">
                  <c:v>0.37235180825999997</c:v>
                </c:pt>
                <c:pt idx="1081">
                  <c:v>0.37320778942900001</c:v>
                </c:pt>
                <c:pt idx="1082">
                  <c:v>0.37320778942900001</c:v>
                </c:pt>
                <c:pt idx="1083">
                  <c:v>0.37342178472100002</c:v>
                </c:pt>
                <c:pt idx="1084">
                  <c:v>0.37342178472100002</c:v>
                </c:pt>
                <c:pt idx="1085">
                  <c:v>0.37470575647299997</c:v>
                </c:pt>
                <c:pt idx="1086">
                  <c:v>0.37470575647299997</c:v>
                </c:pt>
                <c:pt idx="1087">
                  <c:v>0.37577573293400002</c:v>
                </c:pt>
                <c:pt idx="1088">
                  <c:v>0.37577573293400002</c:v>
                </c:pt>
                <c:pt idx="1089">
                  <c:v>0.37748769527100001</c:v>
                </c:pt>
                <c:pt idx="1090">
                  <c:v>0.37748769527100001</c:v>
                </c:pt>
                <c:pt idx="1091">
                  <c:v>0.38026963406800002</c:v>
                </c:pt>
                <c:pt idx="1092">
                  <c:v>0.38026963406800002</c:v>
                </c:pt>
                <c:pt idx="1093">
                  <c:v>0.38091161994400002</c:v>
                </c:pt>
                <c:pt idx="1094">
                  <c:v>0.38091161994400002</c:v>
                </c:pt>
                <c:pt idx="1095">
                  <c:v>0.38412154932600001</c:v>
                </c:pt>
                <c:pt idx="1096">
                  <c:v>0.38412154932600001</c:v>
                </c:pt>
                <c:pt idx="1097">
                  <c:v>0.38882944575200001</c:v>
                </c:pt>
                <c:pt idx="1098">
                  <c:v>0.38882944575200001</c:v>
                </c:pt>
                <c:pt idx="1099">
                  <c:v>0.389471431629</c:v>
                </c:pt>
                <c:pt idx="1100">
                  <c:v>0.389471431629</c:v>
                </c:pt>
                <c:pt idx="1101">
                  <c:v>0.390113417505</c:v>
                </c:pt>
                <c:pt idx="1102">
                  <c:v>0.390113417505</c:v>
                </c:pt>
                <c:pt idx="1103">
                  <c:v>0.39054140808900001</c:v>
                </c:pt>
                <c:pt idx="1104">
                  <c:v>0.39054140808900001</c:v>
                </c:pt>
                <c:pt idx="1105">
                  <c:v>0.392039375134</c:v>
                </c:pt>
                <c:pt idx="1106">
                  <c:v>0.392039375134</c:v>
                </c:pt>
                <c:pt idx="1107">
                  <c:v>0.39268136101000001</c:v>
                </c:pt>
                <c:pt idx="1108">
                  <c:v>0.39268136101000001</c:v>
                </c:pt>
                <c:pt idx="1109">
                  <c:v>0.394179328055</c:v>
                </c:pt>
                <c:pt idx="1110">
                  <c:v>0.394179328055</c:v>
                </c:pt>
                <c:pt idx="1111">
                  <c:v>0.394607318639</c:v>
                </c:pt>
                <c:pt idx="1112">
                  <c:v>0.394607318639</c:v>
                </c:pt>
                <c:pt idx="1113">
                  <c:v>0.396105285684</c:v>
                </c:pt>
                <c:pt idx="1114">
                  <c:v>0.396105285684</c:v>
                </c:pt>
                <c:pt idx="1115">
                  <c:v>0.398245238605</c:v>
                </c:pt>
                <c:pt idx="1116">
                  <c:v>0.398245238605</c:v>
                </c:pt>
                <c:pt idx="1117">
                  <c:v>0.398459233897</c:v>
                </c:pt>
                <c:pt idx="1118">
                  <c:v>0.398459233897</c:v>
                </c:pt>
                <c:pt idx="1119">
                  <c:v>0.398673229189</c:v>
                </c:pt>
                <c:pt idx="1120">
                  <c:v>0.398673229189</c:v>
                </c:pt>
                <c:pt idx="1121">
                  <c:v>0.398887224481</c:v>
                </c:pt>
                <c:pt idx="1122">
                  <c:v>0.398887224481</c:v>
                </c:pt>
                <c:pt idx="1123">
                  <c:v>0.399101219773</c:v>
                </c:pt>
                <c:pt idx="1124">
                  <c:v>0.399101219773</c:v>
                </c:pt>
                <c:pt idx="1125">
                  <c:v>0.39931521506500001</c:v>
                </c:pt>
                <c:pt idx="1126">
                  <c:v>0.39931521506500001</c:v>
                </c:pt>
                <c:pt idx="1127">
                  <c:v>0.39995720094199999</c:v>
                </c:pt>
                <c:pt idx="1128">
                  <c:v>0.39995720094199999</c:v>
                </c:pt>
                <c:pt idx="1129">
                  <c:v>0.40017119623399999</c:v>
                </c:pt>
                <c:pt idx="1130">
                  <c:v>0.40017119623399999</c:v>
                </c:pt>
                <c:pt idx="1131">
                  <c:v>0.40209715386299999</c:v>
                </c:pt>
                <c:pt idx="1132">
                  <c:v>0.40209715386299999</c:v>
                </c:pt>
                <c:pt idx="1133">
                  <c:v>0.40637705970499999</c:v>
                </c:pt>
                <c:pt idx="1134">
                  <c:v>0.40637705970499999</c:v>
                </c:pt>
                <c:pt idx="1135">
                  <c:v>0.40701904558099999</c:v>
                </c:pt>
                <c:pt idx="1136">
                  <c:v>0.40701904558099999</c:v>
                </c:pt>
                <c:pt idx="1137">
                  <c:v>0.407447036165</c:v>
                </c:pt>
                <c:pt idx="1138">
                  <c:v>0.407447036165</c:v>
                </c:pt>
                <c:pt idx="1139">
                  <c:v>0.40894500320999999</c:v>
                </c:pt>
                <c:pt idx="1140">
                  <c:v>0.40894500320999999</c:v>
                </c:pt>
                <c:pt idx="1141">
                  <c:v>0.411726942007</c:v>
                </c:pt>
                <c:pt idx="1142">
                  <c:v>0.411726942007</c:v>
                </c:pt>
                <c:pt idx="1143">
                  <c:v>0.41450888080499998</c:v>
                </c:pt>
                <c:pt idx="1144">
                  <c:v>0.41450888080499998</c:v>
                </c:pt>
                <c:pt idx="1145">
                  <c:v>0.416220843141</c:v>
                </c:pt>
                <c:pt idx="1146">
                  <c:v>0.416220843141</c:v>
                </c:pt>
                <c:pt idx="1147">
                  <c:v>0.41686282901799998</c:v>
                </c:pt>
                <c:pt idx="1148">
                  <c:v>0.41686282901799998</c:v>
                </c:pt>
                <c:pt idx="1149">
                  <c:v>0.41793280547799999</c:v>
                </c:pt>
                <c:pt idx="1150">
                  <c:v>0.41793280547799999</c:v>
                </c:pt>
                <c:pt idx="1151">
                  <c:v>0.41814680076999999</c:v>
                </c:pt>
                <c:pt idx="1152">
                  <c:v>0.41814680076999999</c:v>
                </c:pt>
                <c:pt idx="1153">
                  <c:v>0.42007275839899999</c:v>
                </c:pt>
                <c:pt idx="1154">
                  <c:v>0.42007275839899999</c:v>
                </c:pt>
                <c:pt idx="1155">
                  <c:v>0.42028675369099999</c:v>
                </c:pt>
                <c:pt idx="1156">
                  <c:v>0.42028675369099999</c:v>
                </c:pt>
                <c:pt idx="1157">
                  <c:v>0.42114273485999998</c:v>
                </c:pt>
                <c:pt idx="1158">
                  <c:v>0.42114273485999998</c:v>
                </c:pt>
                <c:pt idx="1159">
                  <c:v>0.42178472073599999</c:v>
                </c:pt>
                <c:pt idx="1160">
                  <c:v>0.42178472073599999</c:v>
                </c:pt>
                <c:pt idx="1161">
                  <c:v>0.42242670661199999</c:v>
                </c:pt>
                <c:pt idx="1162">
                  <c:v>0.42242670661199999</c:v>
                </c:pt>
                <c:pt idx="1163">
                  <c:v>0.42285469719699997</c:v>
                </c:pt>
                <c:pt idx="1164">
                  <c:v>0.42285469719699997</c:v>
                </c:pt>
                <c:pt idx="1165">
                  <c:v>0.42328268778099998</c:v>
                </c:pt>
                <c:pt idx="1166">
                  <c:v>0.42392467365699998</c:v>
                </c:pt>
                <c:pt idx="1167">
                  <c:v>0.42413866894899999</c:v>
                </c:pt>
                <c:pt idx="1168">
                  <c:v>0.42456665953299999</c:v>
                </c:pt>
                <c:pt idx="1169">
                  <c:v>0.42456665953299999</c:v>
                </c:pt>
                <c:pt idx="1170">
                  <c:v>0.42499465011799997</c:v>
                </c:pt>
                <c:pt idx="1171">
                  <c:v>0.42499465011799997</c:v>
                </c:pt>
                <c:pt idx="1172">
                  <c:v>0.42585063128599998</c:v>
                </c:pt>
                <c:pt idx="1173">
                  <c:v>0.42585063128599998</c:v>
                </c:pt>
                <c:pt idx="1174">
                  <c:v>0.42734859833099997</c:v>
                </c:pt>
                <c:pt idx="1175">
                  <c:v>0.42734859833099997</c:v>
                </c:pt>
                <c:pt idx="1176">
                  <c:v>0.42756259362299998</c:v>
                </c:pt>
                <c:pt idx="1177">
                  <c:v>0.42756259362299998</c:v>
                </c:pt>
                <c:pt idx="1178">
                  <c:v>0.42820457949899998</c:v>
                </c:pt>
                <c:pt idx="1179">
                  <c:v>0.42820457949899998</c:v>
                </c:pt>
                <c:pt idx="1180">
                  <c:v>0.42884656537600002</c:v>
                </c:pt>
                <c:pt idx="1181">
                  <c:v>0.42884656537600002</c:v>
                </c:pt>
                <c:pt idx="1182">
                  <c:v>0.43034453241999998</c:v>
                </c:pt>
                <c:pt idx="1183">
                  <c:v>0.43034453241999998</c:v>
                </c:pt>
                <c:pt idx="1184">
                  <c:v>0.43055852771199998</c:v>
                </c:pt>
                <c:pt idx="1185">
                  <c:v>0.43055852771199998</c:v>
                </c:pt>
                <c:pt idx="1186">
                  <c:v>0.43098651829700002</c:v>
                </c:pt>
                <c:pt idx="1187">
                  <c:v>0.43098651829700002</c:v>
                </c:pt>
                <c:pt idx="1188">
                  <c:v>0.43248448534099998</c:v>
                </c:pt>
                <c:pt idx="1189">
                  <c:v>0.43248448534099998</c:v>
                </c:pt>
                <c:pt idx="1190">
                  <c:v>0.43291247592600002</c:v>
                </c:pt>
                <c:pt idx="1191">
                  <c:v>0.43291247592600002</c:v>
                </c:pt>
                <c:pt idx="1192">
                  <c:v>0.43612240530700003</c:v>
                </c:pt>
                <c:pt idx="1193">
                  <c:v>0.43612240530700003</c:v>
                </c:pt>
                <c:pt idx="1194">
                  <c:v>0.43655039589099998</c:v>
                </c:pt>
                <c:pt idx="1195">
                  <c:v>0.43655039589099998</c:v>
                </c:pt>
                <c:pt idx="1196">
                  <c:v>0.43676439118299998</c:v>
                </c:pt>
                <c:pt idx="1197">
                  <c:v>0.43676439118299998</c:v>
                </c:pt>
                <c:pt idx="1198">
                  <c:v>0.43783436764400002</c:v>
                </c:pt>
                <c:pt idx="1199">
                  <c:v>0.43826235822800003</c:v>
                </c:pt>
                <c:pt idx="1200">
                  <c:v>0.43869034881199997</c:v>
                </c:pt>
                <c:pt idx="1201">
                  <c:v>0.43869034881199997</c:v>
                </c:pt>
                <c:pt idx="1202">
                  <c:v>0.43911833939700001</c:v>
                </c:pt>
                <c:pt idx="1203">
                  <c:v>0.43911833939700001</c:v>
                </c:pt>
                <c:pt idx="1204">
                  <c:v>0.44018831585700002</c:v>
                </c:pt>
                <c:pt idx="1205">
                  <c:v>0.44018831585700002</c:v>
                </c:pt>
                <c:pt idx="1206">
                  <c:v>0.44254226407000002</c:v>
                </c:pt>
                <c:pt idx="1207">
                  <c:v>0.44254226407000002</c:v>
                </c:pt>
                <c:pt idx="1208">
                  <c:v>0.44339824523900001</c:v>
                </c:pt>
                <c:pt idx="1209">
                  <c:v>0.44339824523900001</c:v>
                </c:pt>
                <c:pt idx="1210">
                  <c:v>0.44511020757500003</c:v>
                </c:pt>
                <c:pt idx="1211">
                  <c:v>0.44511020757500003</c:v>
                </c:pt>
                <c:pt idx="1212">
                  <c:v>0.44639417932800002</c:v>
                </c:pt>
                <c:pt idx="1213">
                  <c:v>0.44639417932800002</c:v>
                </c:pt>
                <c:pt idx="1214">
                  <c:v>0.44660817462000002</c:v>
                </c:pt>
                <c:pt idx="1215">
                  <c:v>0.44660817462000002</c:v>
                </c:pt>
                <c:pt idx="1216">
                  <c:v>0.44810614166500001</c:v>
                </c:pt>
                <c:pt idx="1217">
                  <c:v>0.44810614166500001</c:v>
                </c:pt>
                <c:pt idx="1218">
                  <c:v>0.449390113418</c:v>
                </c:pt>
                <c:pt idx="1219">
                  <c:v>0.44981810400200001</c:v>
                </c:pt>
                <c:pt idx="1220">
                  <c:v>0.45088808046200002</c:v>
                </c:pt>
                <c:pt idx="1221">
                  <c:v>0.45088808046200002</c:v>
                </c:pt>
                <c:pt idx="1222">
                  <c:v>0.45238604750700001</c:v>
                </c:pt>
                <c:pt idx="1223">
                  <c:v>0.45238604750700001</c:v>
                </c:pt>
                <c:pt idx="1224">
                  <c:v>0.45281403809100002</c:v>
                </c:pt>
                <c:pt idx="1225">
                  <c:v>0.45281403809100002</c:v>
                </c:pt>
                <c:pt idx="1226">
                  <c:v>0.45452600042800001</c:v>
                </c:pt>
                <c:pt idx="1227">
                  <c:v>0.45452600042800001</c:v>
                </c:pt>
                <c:pt idx="1228">
                  <c:v>0.45473999572000001</c:v>
                </c:pt>
                <c:pt idx="1229">
                  <c:v>0.45473999572000001</c:v>
                </c:pt>
                <c:pt idx="1230">
                  <c:v>0.45495399101200001</c:v>
                </c:pt>
                <c:pt idx="1231">
                  <c:v>0.45495399101200001</c:v>
                </c:pt>
                <c:pt idx="1232">
                  <c:v>0.457949925102</c:v>
                </c:pt>
                <c:pt idx="1233">
                  <c:v>0.457949925102</c:v>
                </c:pt>
                <c:pt idx="1234">
                  <c:v>0.458163920394</c:v>
                </c:pt>
                <c:pt idx="1235">
                  <c:v>0.458163920394</c:v>
                </c:pt>
                <c:pt idx="1236">
                  <c:v>0.45859191097800001</c:v>
                </c:pt>
                <c:pt idx="1237">
                  <c:v>0.45859191097800001</c:v>
                </c:pt>
                <c:pt idx="1238">
                  <c:v>0.46115985448300001</c:v>
                </c:pt>
                <c:pt idx="1239">
                  <c:v>0.46115985448300001</c:v>
                </c:pt>
                <c:pt idx="1240">
                  <c:v>0.46158784506700001</c:v>
                </c:pt>
                <c:pt idx="1241">
                  <c:v>0.46158784506700001</c:v>
                </c:pt>
                <c:pt idx="1242">
                  <c:v>0.46329980740400001</c:v>
                </c:pt>
                <c:pt idx="1243">
                  <c:v>0.46329980740400001</c:v>
                </c:pt>
                <c:pt idx="1244">
                  <c:v>0.46372779798800001</c:v>
                </c:pt>
                <c:pt idx="1245">
                  <c:v>0.46372779798800001</c:v>
                </c:pt>
                <c:pt idx="1246">
                  <c:v>0.464797774449</c:v>
                </c:pt>
                <c:pt idx="1247">
                  <c:v>0.464797774449</c:v>
                </c:pt>
                <c:pt idx="1248">
                  <c:v>0.46543976032500001</c:v>
                </c:pt>
                <c:pt idx="1249">
                  <c:v>0.46543976032500001</c:v>
                </c:pt>
                <c:pt idx="1250">
                  <c:v>0.46757971324600001</c:v>
                </c:pt>
                <c:pt idx="1251">
                  <c:v>0.46757971324600001</c:v>
                </c:pt>
                <c:pt idx="1252">
                  <c:v>0.47036165204399999</c:v>
                </c:pt>
                <c:pt idx="1253">
                  <c:v>0.47036165204399999</c:v>
                </c:pt>
                <c:pt idx="1254">
                  <c:v>0.471217633212</c:v>
                </c:pt>
                <c:pt idx="1255">
                  <c:v>0.471217633212</c:v>
                </c:pt>
                <c:pt idx="1256">
                  <c:v>0.47442756259399999</c:v>
                </c:pt>
                <c:pt idx="1257">
                  <c:v>0.47442756259399999</c:v>
                </c:pt>
                <c:pt idx="1258">
                  <c:v>0.475497539054</c:v>
                </c:pt>
                <c:pt idx="1259">
                  <c:v>0.475497539054</c:v>
                </c:pt>
                <c:pt idx="1260">
                  <c:v>0.475711534346</c:v>
                </c:pt>
                <c:pt idx="1261">
                  <c:v>0.475711534346</c:v>
                </c:pt>
                <c:pt idx="1262">
                  <c:v>0.478279477851</c:v>
                </c:pt>
                <c:pt idx="1263">
                  <c:v>0.478279477851</c:v>
                </c:pt>
                <c:pt idx="1264">
                  <c:v>0.48041943077299998</c:v>
                </c:pt>
                <c:pt idx="1265">
                  <c:v>0.48041943077299998</c:v>
                </c:pt>
                <c:pt idx="1266">
                  <c:v>0.48341536486199999</c:v>
                </c:pt>
                <c:pt idx="1267">
                  <c:v>0.48341536486199999</c:v>
                </c:pt>
                <c:pt idx="1268">
                  <c:v>0.484485341322</c:v>
                </c:pt>
                <c:pt idx="1269">
                  <c:v>0.484485341322</c:v>
                </c:pt>
                <c:pt idx="1270">
                  <c:v>0.48619730365899999</c:v>
                </c:pt>
                <c:pt idx="1271">
                  <c:v>0.48619730365899999</c:v>
                </c:pt>
                <c:pt idx="1272">
                  <c:v>0.48705328482799998</c:v>
                </c:pt>
                <c:pt idx="1273">
                  <c:v>0.48705328482799998</c:v>
                </c:pt>
                <c:pt idx="1274">
                  <c:v>0.49004921891699998</c:v>
                </c:pt>
                <c:pt idx="1275">
                  <c:v>0.49004921891699998</c:v>
                </c:pt>
                <c:pt idx="1276">
                  <c:v>0.49069120479299999</c:v>
                </c:pt>
                <c:pt idx="1277">
                  <c:v>0.49069120479299999</c:v>
                </c:pt>
                <c:pt idx="1278">
                  <c:v>0.49090520008600003</c:v>
                </c:pt>
                <c:pt idx="1279">
                  <c:v>0.49090520008600003</c:v>
                </c:pt>
                <c:pt idx="1280">
                  <c:v>0.49154718596199998</c:v>
                </c:pt>
                <c:pt idx="1281">
                  <c:v>0.49154718596199998</c:v>
                </c:pt>
                <c:pt idx="1282">
                  <c:v>0.49368713888299998</c:v>
                </c:pt>
                <c:pt idx="1283">
                  <c:v>0.49368713888299998</c:v>
                </c:pt>
                <c:pt idx="1284">
                  <c:v>0.49390113417499998</c:v>
                </c:pt>
                <c:pt idx="1285">
                  <c:v>0.49390113417499998</c:v>
                </c:pt>
                <c:pt idx="1286">
                  <c:v>0.49711106355700002</c:v>
                </c:pt>
                <c:pt idx="1287">
                  <c:v>0.49711106355700002</c:v>
                </c:pt>
                <c:pt idx="1288">
                  <c:v>0.49860903060099998</c:v>
                </c:pt>
                <c:pt idx="1289">
                  <c:v>0.49860903060099998</c:v>
                </c:pt>
                <c:pt idx="1290">
                  <c:v>0.49903702118600002</c:v>
                </c:pt>
                <c:pt idx="1291">
                  <c:v>0.49903702118600002</c:v>
                </c:pt>
                <c:pt idx="1292">
                  <c:v>0.50117697410700002</c:v>
                </c:pt>
                <c:pt idx="1293">
                  <c:v>0.50117697410700002</c:v>
                </c:pt>
                <c:pt idx="1294">
                  <c:v>0.50181895998299997</c:v>
                </c:pt>
                <c:pt idx="1295">
                  <c:v>0.50181895998299997</c:v>
                </c:pt>
                <c:pt idx="1296">
                  <c:v>0.50502888936400003</c:v>
                </c:pt>
                <c:pt idx="1297">
                  <c:v>0.50502888936400003</c:v>
                </c:pt>
                <c:pt idx="1298">
                  <c:v>0.50588487053300002</c:v>
                </c:pt>
                <c:pt idx="1299">
                  <c:v>0.50588487053300002</c:v>
                </c:pt>
                <c:pt idx="1300">
                  <c:v>0.50759683287000001</c:v>
                </c:pt>
                <c:pt idx="1301">
                  <c:v>0.50802482345400002</c:v>
                </c:pt>
                <c:pt idx="1302">
                  <c:v>0.50802482345400002</c:v>
                </c:pt>
                <c:pt idx="1303">
                  <c:v>0.50909479991399997</c:v>
                </c:pt>
                <c:pt idx="1304">
                  <c:v>0.50909479991399997</c:v>
                </c:pt>
                <c:pt idx="1305">
                  <c:v>0.50952279049899996</c:v>
                </c:pt>
                <c:pt idx="1306">
                  <c:v>0.50952279049899996</c:v>
                </c:pt>
                <c:pt idx="1307">
                  <c:v>0.51037877166699996</c:v>
                </c:pt>
                <c:pt idx="1308">
                  <c:v>0.51037877166699996</c:v>
                </c:pt>
                <c:pt idx="1309">
                  <c:v>0.51059276695900002</c:v>
                </c:pt>
                <c:pt idx="1310">
                  <c:v>0.51059276695900002</c:v>
                </c:pt>
                <c:pt idx="1311">
                  <c:v>0.51209073400399996</c:v>
                </c:pt>
                <c:pt idx="1312">
                  <c:v>0.51209073400399996</c:v>
                </c:pt>
                <c:pt idx="1313">
                  <c:v>0.51893858335099996</c:v>
                </c:pt>
                <c:pt idx="1314">
                  <c:v>0.51893858335099996</c:v>
                </c:pt>
                <c:pt idx="1315">
                  <c:v>0.51936657393499996</c:v>
                </c:pt>
                <c:pt idx="1316">
                  <c:v>0.51936657393499996</c:v>
                </c:pt>
                <c:pt idx="1317">
                  <c:v>0.522148512733</c:v>
                </c:pt>
                <c:pt idx="1318">
                  <c:v>0.522148512733</c:v>
                </c:pt>
                <c:pt idx="1319">
                  <c:v>0.52236250802499995</c:v>
                </c:pt>
                <c:pt idx="1320">
                  <c:v>0.52236250802499995</c:v>
                </c:pt>
                <c:pt idx="1321">
                  <c:v>0.52257650331700001</c:v>
                </c:pt>
                <c:pt idx="1322">
                  <c:v>0.52257650331700001</c:v>
                </c:pt>
                <c:pt idx="1323">
                  <c:v>0.52321848919299996</c:v>
                </c:pt>
                <c:pt idx="1324">
                  <c:v>0.52321848919299996</c:v>
                </c:pt>
                <c:pt idx="1325">
                  <c:v>0.52343248448500002</c:v>
                </c:pt>
                <c:pt idx="1326">
                  <c:v>0.52364647977699996</c:v>
                </c:pt>
                <c:pt idx="1327">
                  <c:v>0.524288465654</c:v>
                </c:pt>
                <c:pt idx="1328">
                  <c:v>0.524288465654</c:v>
                </c:pt>
                <c:pt idx="1329">
                  <c:v>0.52471645623800001</c:v>
                </c:pt>
                <c:pt idx="1330">
                  <c:v>0.52471645623800001</c:v>
                </c:pt>
                <c:pt idx="1331">
                  <c:v>0.52621442328300005</c:v>
                </c:pt>
                <c:pt idx="1332">
                  <c:v>0.52621442328300005</c:v>
                </c:pt>
                <c:pt idx="1333">
                  <c:v>0.52664241386699995</c:v>
                </c:pt>
                <c:pt idx="1334">
                  <c:v>0.52664241386699995</c:v>
                </c:pt>
                <c:pt idx="1335">
                  <c:v>0.52728439974300001</c:v>
                </c:pt>
                <c:pt idx="1336">
                  <c:v>0.52728439974300001</c:v>
                </c:pt>
                <c:pt idx="1337">
                  <c:v>0.528140380912</c:v>
                </c:pt>
                <c:pt idx="1338">
                  <c:v>0.528140380912</c:v>
                </c:pt>
                <c:pt idx="1339">
                  <c:v>0.52921035737199995</c:v>
                </c:pt>
                <c:pt idx="1340">
                  <c:v>0.52921035737199995</c:v>
                </c:pt>
                <c:pt idx="1341">
                  <c:v>0.52985234324800001</c:v>
                </c:pt>
                <c:pt idx="1342">
                  <c:v>0.52985234324800001</c:v>
                </c:pt>
                <c:pt idx="1343">
                  <c:v>0.53199229616900001</c:v>
                </c:pt>
                <c:pt idx="1344">
                  <c:v>0.53199229616900001</c:v>
                </c:pt>
                <c:pt idx="1345">
                  <c:v>0.534988230259</c:v>
                </c:pt>
                <c:pt idx="1346">
                  <c:v>0.535416220843</c:v>
                </c:pt>
                <c:pt idx="1347">
                  <c:v>0.535416220843</c:v>
                </c:pt>
                <c:pt idx="1348">
                  <c:v>0.54526000427999999</c:v>
                </c:pt>
                <c:pt idx="1349">
                  <c:v>0.54526000427999999</c:v>
                </c:pt>
                <c:pt idx="1350">
                  <c:v>0.54568799486399999</c:v>
                </c:pt>
                <c:pt idx="1351">
                  <c:v>0.54568799486399999</c:v>
                </c:pt>
                <c:pt idx="1352">
                  <c:v>0.546115985448</c:v>
                </c:pt>
                <c:pt idx="1353">
                  <c:v>0.546115985448</c:v>
                </c:pt>
                <c:pt idx="1354">
                  <c:v>0.54654397603299998</c:v>
                </c:pt>
                <c:pt idx="1355">
                  <c:v>0.54654397603299998</c:v>
                </c:pt>
                <c:pt idx="1356">
                  <c:v>0.54761395249300004</c:v>
                </c:pt>
                <c:pt idx="1357">
                  <c:v>0.54761395249300004</c:v>
                </c:pt>
                <c:pt idx="1358">
                  <c:v>0.55018189599800005</c:v>
                </c:pt>
                <c:pt idx="1359">
                  <c:v>0.55060988658200005</c:v>
                </c:pt>
                <c:pt idx="1360">
                  <c:v>0.55510378771699997</c:v>
                </c:pt>
                <c:pt idx="1361">
                  <c:v>0.55510378771699997</c:v>
                </c:pt>
                <c:pt idx="1362">
                  <c:v>0.55617376417700004</c:v>
                </c:pt>
                <c:pt idx="1363">
                  <c:v>0.55617376417700004</c:v>
                </c:pt>
                <c:pt idx="1364">
                  <c:v>0.55745773593000003</c:v>
                </c:pt>
                <c:pt idx="1365">
                  <c:v>0.55745773593000003</c:v>
                </c:pt>
                <c:pt idx="1366">
                  <c:v>0.55959768885100003</c:v>
                </c:pt>
                <c:pt idx="1367">
                  <c:v>0.55959768885100003</c:v>
                </c:pt>
                <c:pt idx="1368">
                  <c:v>0.56088166060300004</c:v>
                </c:pt>
                <c:pt idx="1369">
                  <c:v>0.56088166060300004</c:v>
                </c:pt>
                <c:pt idx="1370">
                  <c:v>0.56451958056899998</c:v>
                </c:pt>
                <c:pt idx="1371">
                  <c:v>0.56451958056899998</c:v>
                </c:pt>
                <c:pt idx="1372">
                  <c:v>0.57307939225299998</c:v>
                </c:pt>
                <c:pt idx="1373">
                  <c:v>0.57307939225299998</c:v>
                </c:pt>
                <c:pt idx="1374">
                  <c:v>0.57457735929800002</c:v>
                </c:pt>
                <c:pt idx="1375">
                  <c:v>0.57457735929800002</c:v>
                </c:pt>
                <c:pt idx="1376">
                  <c:v>0.57564733575899996</c:v>
                </c:pt>
                <c:pt idx="1377">
                  <c:v>0.57564733575899996</c:v>
                </c:pt>
                <c:pt idx="1378">
                  <c:v>0.57693130751099997</c:v>
                </c:pt>
                <c:pt idx="1379">
                  <c:v>0.57693130751099997</c:v>
                </c:pt>
                <c:pt idx="1380">
                  <c:v>0.57885726514000002</c:v>
                </c:pt>
                <c:pt idx="1381">
                  <c:v>0.57885726514000002</c:v>
                </c:pt>
                <c:pt idx="1382">
                  <c:v>0.58163920393799995</c:v>
                </c:pt>
                <c:pt idx="1383">
                  <c:v>0.58163920393799995</c:v>
                </c:pt>
                <c:pt idx="1384">
                  <c:v>0.588273057993</c:v>
                </c:pt>
                <c:pt idx="1385">
                  <c:v>0.588273057993</c:v>
                </c:pt>
                <c:pt idx="1386">
                  <c:v>0.58912903916100001</c:v>
                </c:pt>
                <c:pt idx="1387">
                  <c:v>0.58912903916100001</c:v>
                </c:pt>
                <c:pt idx="1388">
                  <c:v>0.58977102503699996</c:v>
                </c:pt>
                <c:pt idx="1389">
                  <c:v>0.58977102503699996</c:v>
                </c:pt>
                <c:pt idx="1390">
                  <c:v>0.59148298737399996</c:v>
                </c:pt>
                <c:pt idx="1391">
                  <c:v>0.59148298737399996</c:v>
                </c:pt>
                <c:pt idx="1392">
                  <c:v>0.59319494971099995</c:v>
                </c:pt>
                <c:pt idx="1393">
                  <c:v>0.59319494971099995</c:v>
                </c:pt>
                <c:pt idx="1394">
                  <c:v>0.59383693558700001</c:v>
                </c:pt>
                <c:pt idx="1395">
                  <c:v>0.59383693558700001</c:v>
                </c:pt>
                <c:pt idx="1396">
                  <c:v>0.59447892146400005</c:v>
                </c:pt>
                <c:pt idx="1397">
                  <c:v>0.59447892146400005</c:v>
                </c:pt>
                <c:pt idx="1398">
                  <c:v>0.59704686496899995</c:v>
                </c:pt>
                <c:pt idx="1399">
                  <c:v>0.59704686496899995</c:v>
                </c:pt>
                <c:pt idx="1400">
                  <c:v>0.598972822598</c:v>
                </c:pt>
                <c:pt idx="1401">
                  <c:v>0.599400813182</c:v>
                </c:pt>
                <c:pt idx="1402">
                  <c:v>0.60218275197899995</c:v>
                </c:pt>
                <c:pt idx="1403">
                  <c:v>0.60218275197899995</c:v>
                </c:pt>
                <c:pt idx="1404">
                  <c:v>0.603680719024</c:v>
                </c:pt>
                <c:pt idx="1405">
                  <c:v>0.603680719024</c:v>
                </c:pt>
                <c:pt idx="1406">
                  <c:v>0.60453670019299999</c:v>
                </c:pt>
                <c:pt idx="1407">
                  <c:v>0.60453670019299999</c:v>
                </c:pt>
                <c:pt idx="1408">
                  <c:v>0.60496469077699999</c:v>
                </c:pt>
                <c:pt idx="1409">
                  <c:v>0.60496469077699999</c:v>
                </c:pt>
                <c:pt idx="1410">
                  <c:v>0.60603466723699995</c:v>
                </c:pt>
                <c:pt idx="1411">
                  <c:v>0.60603466723699995</c:v>
                </c:pt>
                <c:pt idx="1412">
                  <c:v>0.60860261074300004</c:v>
                </c:pt>
                <c:pt idx="1413">
                  <c:v>0.60860261074300004</c:v>
                </c:pt>
                <c:pt idx="1414">
                  <c:v>0.61181254012399999</c:v>
                </c:pt>
                <c:pt idx="1415">
                  <c:v>0.61181254012399999</c:v>
                </c:pt>
                <c:pt idx="1416">
                  <c:v>0.61587845067400004</c:v>
                </c:pt>
                <c:pt idx="1417">
                  <c:v>0.61587845067400004</c:v>
                </c:pt>
                <c:pt idx="1418">
                  <c:v>0.61780440830299999</c:v>
                </c:pt>
                <c:pt idx="1419">
                  <c:v>0.61780440830299999</c:v>
                </c:pt>
                <c:pt idx="1420">
                  <c:v>0.61823239888699999</c:v>
                </c:pt>
                <c:pt idx="1421">
                  <c:v>0.61823239888699999</c:v>
                </c:pt>
                <c:pt idx="1422">
                  <c:v>0.62015835651600004</c:v>
                </c:pt>
                <c:pt idx="1423">
                  <c:v>0.62015835651600004</c:v>
                </c:pt>
                <c:pt idx="1424">
                  <c:v>0.62122833297699998</c:v>
                </c:pt>
                <c:pt idx="1425">
                  <c:v>0.62122833297699998</c:v>
                </c:pt>
                <c:pt idx="1426">
                  <c:v>0.62251230472899999</c:v>
                </c:pt>
                <c:pt idx="1427">
                  <c:v>0.62251230472899999</c:v>
                </c:pt>
                <c:pt idx="1428">
                  <c:v>0.62315429060600003</c:v>
                </c:pt>
                <c:pt idx="1429">
                  <c:v>0.62315429060600003</c:v>
                </c:pt>
                <c:pt idx="1430">
                  <c:v>0.62443826235800004</c:v>
                </c:pt>
                <c:pt idx="1431">
                  <c:v>0.62443826235800004</c:v>
                </c:pt>
                <c:pt idx="1432">
                  <c:v>0.62850417290799998</c:v>
                </c:pt>
                <c:pt idx="1433">
                  <c:v>0.62850417290799998</c:v>
                </c:pt>
                <c:pt idx="1434">
                  <c:v>0.63021613524499998</c:v>
                </c:pt>
                <c:pt idx="1435">
                  <c:v>0.63021613524499998</c:v>
                </c:pt>
                <c:pt idx="1436">
                  <c:v>0.63299807404200004</c:v>
                </c:pt>
                <c:pt idx="1437">
                  <c:v>0.63299807404200004</c:v>
                </c:pt>
                <c:pt idx="1438">
                  <c:v>0.63620800342399997</c:v>
                </c:pt>
                <c:pt idx="1439">
                  <c:v>0.63620800342399997</c:v>
                </c:pt>
                <c:pt idx="1440">
                  <c:v>0.63706398459199998</c:v>
                </c:pt>
                <c:pt idx="1441">
                  <c:v>0.63706398459199998</c:v>
                </c:pt>
                <c:pt idx="1442">
                  <c:v>0.64048790926599997</c:v>
                </c:pt>
                <c:pt idx="1443">
                  <c:v>0.64048790926599997</c:v>
                </c:pt>
                <c:pt idx="1444">
                  <c:v>0.64070190455800002</c:v>
                </c:pt>
                <c:pt idx="1445">
                  <c:v>0.64070190455800002</c:v>
                </c:pt>
                <c:pt idx="1446">
                  <c:v>0.64348384335499997</c:v>
                </c:pt>
                <c:pt idx="1447">
                  <c:v>0.64348384335499997</c:v>
                </c:pt>
                <c:pt idx="1448">
                  <c:v>0.64455381981600002</c:v>
                </c:pt>
                <c:pt idx="1449">
                  <c:v>0.64455381981600002</c:v>
                </c:pt>
                <c:pt idx="1450">
                  <c:v>0.64626578215300001</c:v>
                </c:pt>
                <c:pt idx="1451">
                  <c:v>0.64626578215300001</c:v>
                </c:pt>
                <c:pt idx="1452">
                  <c:v>0.64861973036599996</c:v>
                </c:pt>
                <c:pt idx="1453">
                  <c:v>0.64861973036599996</c:v>
                </c:pt>
                <c:pt idx="1454">
                  <c:v>0.65247164562399995</c:v>
                </c:pt>
                <c:pt idx="1455">
                  <c:v>0.65247164562399995</c:v>
                </c:pt>
                <c:pt idx="1456">
                  <c:v>0.65268564091600001</c:v>
                </c:pt>
                <c:pt idx="1457">
                  <c:v>0.65268564091600001</c:v>
                </c:pt>
                <c:pt idx="1458">
                  <c:v>0.65354162208400002</c:v>
                </c:pt>
                <c:pt idx="1459">
                  <c:v>0.65354162208400002</c:v>
                </c:pt>
                <c:pt idx="1460">
                  <c:v>0.66210143376800001</c:v>
                </c:pt>
                <c:pt idx="1461">
                  <c:v>0.66210143376800001</c:v>
                </c:pt>
                <c:pt idx="1462">
                  <c:v>0.66531136314999995</c:v>
                </c:pt>
                <c:pt idx="1463">
                  <c:v>0.66531136314999995</c:v>
                </c:pt>
                <c:pt idx="1464">
                  <c:v>0.66894928311599999</c:v>
                </c:pt>
                <c:pt idx="1465">
                  <c:v>0.66894928311599999</c:v>
                </c:pt>
                <c:pt idx="1466">
                  <c:v>0.67108923603699999</c:v>
                </c:pt>
                <c:pt idx="1467">
                  <c:v>0.67108923603699999</c:v>
                </c:pt>
                <c:pt idx="1468">
                  <c:v>0.67173122191300005</c:v>
                </c:pt>
                <c:pt idx="1469">
                  <c:v>0.67173122191300005</c:v>
                </c:pt>
                <c:pt idx="1470">
                  <c:v>0.67301519366600004</c:v>
                </c:pt>
                <c:pt idx="1471">
                  <c:v>0.67301519366600004</c:v>
                </c:pt>
                <c:pt idx="1472">
                  <c:v>0.68093301947399998</c:v>
                </c:pt>
                <c:pt idx="1473">
                  <c:v>0.68093301947399998</c:v>
                </c:pt>
                <c:pt idx="1474">
                  <c:v>0.68178900064199999</c:v>
                </c:pt>
                <c:pt idx="1475">
                  <c:v>0.68178900064199999</c:v>
                </c:pt>
                <c:pt idx="1476">
                  <c:v>0.68264498181</c:v>
                </c:pt>
                <c:pt idx="1477">
                  <c:v>0.68264498181</c:v>
                </c:pt>
                <c:pt idx="1478">
                  <c:v>0.68307297239499998</c:v>
                </c:pt>
                <c:pt idx="1479">
                  <c:v>0.68307297239499998</c:v>
                </c:pt>
                <c:pt idx="1480">
                  <c:v>0.68371495827100004</c:v>
                </c:pt>
                <c:pt idx="1481">
                  <c:v>0.68371495827100004</c:v>
                </c:pt>
                <c:pt idx="1482">
                  <c:v>0.68521292531599998</c:v>
                </c:pt>
                <c:pt idx="1483">
                  <c:v>0.68521292531599998</c:v>
                </c:pt>
                <c:pt idx="1484">
                  <c:v>0.68628290177600004</c:v>
                </c:pt>
                <c:pt idx="1485">
                  <c:v>0.68628290177600004</c:v>
                </c:pt>
                <c:pt idx="1486">
                  <c:v>0.68799486411300004</c:v>
                </c:pt>
                <c:pt idx="1487">
                  <c:v>0.68863684998899999</c:v>
                </c:pt>
                <c:pt idx="1488">
                  <c:v>0.68992082174199998</c:v>
                </c:pt>
                <c:pt idx="1489">
                  <c:v>0.68992082174199998</c:v>
                </c:pt>
                <c:pt idx="1490">
                  <c:v>0.69313075112300004</c:v>
                </c:pt>
                <c:pt idx="1491">
                  <c:v>0.69313075112300004</c:v>
                </c:pt>
                <c:pt idx="1492">
                  <c:v>0.69612668521300003</c:v>
                </c:pt>
                <c:pt idx="1493">
                  <c:v>0.69612668521300003</c:v>
                </c:pt>
                <c:pt idx="1494">
                  <c:v>0.69762465225799997</c:v>
                </c:pt>
                <c:pt idx="1495">
                  <c:v>0.69762465225799997</c:v>
                </c:pt>
                <c:pt idx="1496">
                  <c:v>0.70340252514400003</c:v>
                </c:pt>
                <c:pt idx="1497">
                  <c:v>0.70340252514400003</c:v>
                </c:pt>
                <c:pt idx="1498">
                  <c:v>0.70704044510999997</c:v>
                </c:pt>
                <c:pt idx="1499">
                  <c:v>0.70704044510999997</c:v>
                </c:pt>
                <c:pt idx="1500">
                  <c:v>0.70746843569399998</c:v>
                </c:pt>
                <c:pt idx="1501">
                  <c:v>0.70746843569399998</c:v>
                </c:pt>
                <c:pt idx="1502">
                  <c:v>0.70982238390800001</c:v>
                </c:pt>
                <c:pt idx="1503">
                  <c:v>0.70982238390800001</c:v>
                </c:pt>
                <c:pt idx="1504">
                  <c:v>0.71431628504199995</c:v>
                </c:pt>
                <c:pt idx="1505">
                  <c:v>0.71431628504199995</c:v>
                </c:pt>
                <c:pt idx="1506">
                  <c:v>0.71988016263599997</c:v>
                </c:pt>
                <c:pt idx="1507">
                  <c:v>0.71988016263599997</c:v>
                </c:pt>
                <c:pt idx="1508">
                  <c:v>0.720522148513</c:v>
                </c:pt>
                <c:pt idx="1509">
                  <c:v>0.720522148513</c:v>
                </c:pt>
                <c:pt idx="1510">
                  <c:v>0.72309009201800001</c:v>
                </c:pt>
                <c:pt idx="1511">
                  <c:v>0.72309009201800001</c:v>
                </c:pt>
                <c:pt idx="1512">
                  <c:v>0.726514016692</c:v>
                </c:pt>
                <c:pt idx="1513">
                  <c:v>0.726514016692</c:v>
                </c:pt>
                <c:pt idx="1514">
                  <c:v>0.73250588487099999</c:v>
                </c:pt>
                <c:pt idx="1515">
                  <c:v>0.73293387545499999</c:v>
                </c:pt>
                <c:pt idx="1516">
                  <c:v>0.74085170126300004</c:v>
                </c:pt>
                <c:pt idx="1517">
                  <c:v>0.74085170126300004</c:v>
                </c:pt>
                <c:pt idx="1518">
                  <c:v>0.74213567301500005</c:v>
                </c:pt>
                <c:pt idx="1519">
                  <c:v>0.74213567301500005</c:v>
                </c:pt>
                <c:pt idx="1520">
                  <c:v>0.74320564947599999</c:v>
                </c:pt>
                <c:pt idx="1521">
                  <c:v>0.74320564947599999</c:v>
                </c:pt>
                <c:pt idx="1522">
                  <c:v>0.74470361651999994</c:v>
                </c:pt>
                <c:pt idx="1523">
                  <c:v>0.74470361651999994</c:v>
                </c:pt>
                <c:pt idx="1524">
                  <c:v>0.74555959768900004</c:v>
                </c:pt>
                <c:pt idx="1525">
                  <c:v>0.74555959768900004</c:v>
                </c:pt>
                <c:pt idx="1526">
                  <c:v>0.74641557885700005</c:v>
                </c:pt>
                <c:pt idx="1527">
                  <c:v>0.74641557885700005</c:v>
                </c:pt>
                <c:pt idx="1528">
                  <c:v>0.75026749411500004</c:v>
                </c:pt>
                <c:pt idx="1529">
                  <c:v>0.75069548469900005</c:v>
                </c:pt>
                <c:pt idx="1530">
                  <c:v>0.75433340466499998</c:v>
                </c:pt>
                <c:pt idx="1531">
                  <c:v>0.75433340466499998</c:v>
                </c:pt>
                <c:pt idx="1532">
                  <c:v>0.75476139524899999</c:v>
                </c:pt>
                <c:pt idx="1533">
                  <c:v>0.75476139524899999</c:v>
                </c:pt>
                <c:pt idx="1534">
                  <c:v>0.76267922105700003</c:v>
                </c:pt>
                <c:pt idx="1535">
                  <c:v>0.76267922105700003</c:v>
                </c:pt>
                <c:pt idx="1536">
                  <c:v>0.77530494329099997</c:v>
                </c:pt>
                <c:pt idx="1537">
                  <c:v>0.77573293387499997</c:v>
                </c:pt>
                <c:pt idx="1538">
                  <c:v>0.77979884442500003</c:v>
                </c:pt>
                <c:pt idx="1539">
                  <c:v>0.77979884442500003</c:v>
                </c:pt>
                <c:pt idx="1540">
                  <c:v>0.78429274555999995</c:v>
                </c:pt>
                <c:pt idx="1541">
                  <c:v>0.78429274555999995</c:v>
                </c:pt>
                <c:pt idx="1542">
                  <c:v>0.786218703189</c:v>
                </c:pt>
                <c:pt idx="1543">
                  <c:v>0.78664669377300001</c:v>
                </c:pt>
                <c:pt idx="1544">
                  <c:v>0.788786646694</c:v>
                </c:pt>
                <c:pt idx="1545">
                  <c:v>0.788786646694</c:v>
                </c:pt>
                <c:pt idx="1546">
                  <c:v>0.78985662315399996</c:v>
                </c:pt>
                <c:pt idx="1547">
                  <c:v>0.78985662315399996</c:v>
                </c:pt>
                <c:pt idx="1548">
                  <c:v>0.79285255724399994</c:v>
                </c:pt>
                <c:pt idx="1549">
                  <c:v>0.79285255724399994</c:v>
                </c:pt>
                <c:pt idx="1550">
                  <c:v>0.79606248662500001</c:v>
                </c:pt>
                <c:pt idx="1551">
                  <c:v>0.79606248662500001</c:v>
                </c:pt>
                <c:pt idx="1552">
                  <c:v>0.799914401883</c:v>
                </c:pt>
                <c:pt idx="1553">
                  <c:v>0.799914401883</c:v>
                </c:pt>
                <c:pt idx="1554">
                  <c:v>0.80012839717499995</c:v>
                </c:pt>
                <c:pt idx="1555">
                  <c:v>0.80012839717499995</c:v>
                </c:pt>
                <c:pt idx="1556">
                  <c:v>0.80119837363599999</c:v>
                </c:pt>
                <c:pt idx="1557">
                  <c:v>0.80119837363599999</c:v>
                </c:pt>
                <c:pt idx="1558">
                  <c:v>0.80975818531999999</c:v>
                </c:pt>
                <c:pt idx="1559">
                  <c:v>0.80975818531999999</c:v>
                </c:pt>
                <c:pt idx="1560">
                  <c:v>0.81468007703800005</c:v>
                </c:pt>
                <c:pt idx="1561">
                  <c:v>0.81468007703800005</c:v>
                </c:pt>
                <c:pt idx="1562">
                  <c:v>0.81617804408299999</c:v>
                </c:pt>
                <c:pt idx="1563">
                  <c:v>0.81617804408299999</c:v>
                </c:pt>
                <c:pt idx="1564">
                  <c:v>0.81660603466699999</c:v>
                </c:pt>
                <c:pt idx="1565">
                  <c:v>0.81660603466699999</c:v>
                </c:pt>
                <c:pt idx="1566">
                  <c:v>0.82088594050899999</c:v>
                </c:pt>
                <c:pt idx="1567">
                  <c:v>0.82088594050899999</c:v>
                </c:pt>
                <c:pt idx="1568">
                  <c:v>0.82238390755400004</c:v>
                </c:pt>
                <c:pt idx="1569">
                  <c:v>0.82238390755400004</c:v>
                </c:pt>
                <c:pt idx="1570">
                  <c:v>0.82388187459899997</c:v>
                </c:pt>
                <c:pt idx="1571">
                  <c:v>0.82388187459899997</c:v>
                </c:pt>
                <c:pt idx="1572">
                  <c:v>0.82409586989100003</c:v>
                </c:pt>
                <c:pt idx="1573">
                  <c:v>0.82409586989100003</c:v>
                </c:pt>
                <c:pt idx="1574">
                  <c:v>0.82473785576699998</c:v>
                </c:pt>
                <c:pt idx="1575">
                  <c:v>0.82473785576699998</c:v>
                </c:pt>
                <c:pt idx="1576">
                  <c:v>0.82580783222800003</c:v>
                </c:pt>
                <c:pt idx="1577">
                  <c:v>0.82580783222800003</c:v>
                </c:pt>
                <c:pt idx="1578">
                  <c:v>0.82730579927199999</c:v>
                </c:pt>
                <c:pt idx="1579">
                  <c:v>0.82730579927199999</c:v>
                </c:pt>
                <c:pt idx="1580">
                  <c:v>0.83886154504599997</c:v>
                </c:pt>
                <c:pt idx="1581">
                  <c:v>0.83886154504599997</c:v>
                </c:pt>
                <c:pt idx="1582">
                  <c:v>0.83950353092200003</c:v>
                </c:pt>
                <c:pt idx="1583">
                  <c:v>0.83950353092200003</c:v>
                </c:pt>
                <c:pt idx="1584">
                  <c:v>0.84100149796699997</c:v>
                </c:pt>
                <c:pt idx="1585">
                  <c:v>0.84142948855099997</c:v>
                </c:pt>
                <c:pt idx="1586">
                  <c:v>0.84378343676400003</c:v>
                </c:pt>
                <c:pt idx="1587">
                  <c:v>0.84378343676400003</c:v>
                </c:pt>
                <c:pt idx="1588">
                  <c:v>0.858763107212</c:v>
                </c:pt>
                <c:pt idx="1589">
                  <c:v>0.858763107212</c:v>
                </c:pt>
                <c:pt idx="1590">
                  <c:v>0.85897710250399995</c:v>
                </c:pt>
                <c:pt idx="1591">
                  <c:v>0.85897710250399995</c:v>
                </c:pt>
                <c:pt idx="1592">
                  <c:v>0.86026107425599996</c:v>
                </c:pt>
                <c:pt idx="1593">
                  <c:v>0.86026107425599996</c:v>
                </c:pt>
                <c:pt idx="1594">
                  <c:v>0.861331050717</c:v>
                </c:pt>
                <c:pt idx="1595">
                  <c:v>0.861331050717</c:v>
                </c:pt>
                <c:pt idx="1596">
                  <c:v>0.86368499892999995</c:v>
                </c:pt>
                <c:pt idx="1597">
                  <c:v>0.86368499892999995</c:v>
                </c:pt>
                <c:pt idx="1598">
                  <c:v>0.87310079178300004</c:v>
                </c:pt>
                <c:pt idx="1599">
                  <c:v>0.87310079178300004</c:v>
                </c:pt>
                <c:pt idx="1600">
                  <c:v>0.874170768243</c:v>
                </c:pt>
                <c:pt idx="1601">
                  <c:v>0.874170768243</c:v>
                </c:pt>
                <c:pt idx="1602">
                  <c:v>0.87695270703999995</c:v>
                </c:pt>
                <c:pt idx="1603">
                  <c:v>0.87695270703999995</c:v>
                </c:pt>
                <c:pt idx="1604">
                  <c:v>0.87802268350099999</c:v>
                </c:pt>
                <c:pt idx="1605">
                  <c:v>0.87802268350099999</c:v>
                </c:pt>
                <c:pt idx="1606">
                  <c:v>0.87845067408499999</c:v>
                </c:pt>
                <c:pt idx="1607">
                  <c:v>0.87845067408499999</c:v>
                </c:pt>
                <c:pt idx="1608">
                  <c:v>0.88380055638800004</c:v>
                </c:pt>
                <c:pt idx="1609">
                  <c:v>0.88380055638800004</c:v>
                </c:pt>
                <c:pt idx="1610">
                  <c:v>0.88401455167999998</c:v>
                </c:pt>
                <c:pt idx="1611">
                  <c:v>0.88401455167999998</c:v>
                </c:pt>
                <c:pt idx="1612">
                  <c:v>0.88829445752199998</c:v>
                </c:pt>
                <c:pt idx="1613">
                  <c:v>0.88829445752199998</c:v>
                </c:pt>
                <c:pt idx="1614">
                  <c:v>0.89514230686899998</c:v>
                </c:pt>
                <c:pt idx="1615">
                  <c:v>0.89514230686899998</c:v>
                </c:pt>
                <c:pt idx="1616">
                  <c:v>0.89664027391400003</c:v>
                </c:pt>
                <c:pt idx="1617">
                  <c:v>0.89664027391400003</c:v>
                </c:pt>
                <c:pt idx="1618">
                  <c:v>0.89685426920599998</c:v>
                </c:pt>
                <c:pt idx="1619">
                  <c:v>0.89685426920599998</c:v>
                </c:pt>
                <c:pt idx="1620">
                  <c:v>0.89792424566700002</c:v>
                </c:pt>
                <c:pt idx="1621">
                  <c:v>0.89835223625100002</c:v>
                </c:pt>
                <c:pt idx="1622">
                  <c:v>0.90070618446399997</c:v>
                </c:pt>
                <c:pt idx="1623">
                  <c:v>0.90070618446399997</c:v>
                </c:pt>
                <c:pt idx="1624">
                  <c:v>0.90434410443000002</c:v>
                </c:pt>
                <c:pt idx="1625">
                  <c:v>0.90434410443000002</c:v>
                </c:pt>
                <c:pt idx="1626">
                  <c:v>0.90862401027200002</c:v>
                </c:pt>
                <c:pt idx="1627">
                  <c:v>0.90905200085600002</c:v>
                </c:pt>
                <c:pt idx="1628">
                  <c:v>0.91654183607999995</c:v>
                </c:pt>
                <c:pt idx="1629">
                  <c:v>0.91654183607999995</c:v>
                </c:pt>
                <c:pt idx="1630">
                  <c:v>0.92103573721400001</c:v>
                </c:pt>
                <c:pt idx="1631">
                  <c:v>0.92103573721400001</c:v>
                </c:pt>
                <c:pt idx="1632">
                  <c:v>0.93665739353699995</c:v>
                </c:pt>
                <c:pt idx="1633">
                  <c:v>0.93665739353699995</c:v>
                </c:pt>
                <c:pt idx="1634">
                  <c:v>0.942863257008</c:v>
                </c:pt>
                <c:pt idx="1635">
                  <c:v>0.942863257008</c:v>
                </c:pt>
                <c:pt idx="1636">
                  <c:v>0.95548897924200005</c:v>
                </c:pt>
                <c:pt idx="1637">
                  <c:v>0.95548897924200005</c:v>
                </c:pt>
                <c:pt idx="1638">
                  <c:v>0.95655895570299998</c:v>
                </c:pt>
                <c:pt idx="1639">
                  <c:v>0.95655895570299998</c:v>
                </c:pt>
                <c:pt idx="1640">
                  <c:v>0.96939867322899997</c:v>
                </c:pt>
                <c:pt idx="1641">
                  <c:v>0.96939867322899997</c:v>
                </c:pt>
                <c:pt idx="1642">
                  <c:v>0.97239460731899996</c:v>
                </c:pt>
                <c:pt idx="1643">
                  <c:v>0.97239460731899996</c:v>
                </c:pt>
                <c:pt idx="1644">
                  <c:v>0.97517654611600002</c:v>
                </c:pt>
                <c:pt idx="1645">
                  <c:v>0.97560453670000002</c:v>
                </c:pt>
                <c:pt idx="1646">
                  <c:v>0.99229616948400001</c:v>
                </c:pt>
                <c:pt idx="1647">
                  <c:v>0.99229616948400001</c:v>
                </c:pt>
                <c:pt idx="1648">
                  <c:v>1</c:v>
                </c:pt>
              </c:numCache>
            </c:numRef>
          </c:xVal>
          <c:yVal>
            <c:numRef>
              <c:f>'Chart Data'!$B$2:$B$1650</c:f>
              <c:numCache>
                <c:formatCode>0.0</c:formatCode>
                <c:ptCount val="1649"/>
                <c:pt idx="0">
                  <c:v>0</c:v>
                </c:pt>
                <c:pt idx="1">
                  <c:v>7.53012048193E-4</c:v>
                </c:pt>
                <c:pt idx="2">
                  <c:v>1.2048192771100001E-2</c:v>
                </c:pt>
                <c:pt idx="3">
                  <c:v>1.2048192771100001E-2</c:v>
                </c:pt>
                <c:pt idx="4">
                  <c:v>1.8072289156599999E-2</c:v>
                </c:pt>
                <c:pt idx="5">
                  <c:v>1.8072289156599999E-2</c:v>
                </c:pt>
                <c:pt idx="6">
                  <c:v>1.9578313252999999E-2</c:v>
                </c:pt>
                <c:pt idx="7">
                  <c:v>1.9578313252999999E-2</c:v>
                </c:pt>
                <c:pt idx="8">
                  <c:v>2.2590361445800001E-2</c:v>
                </c:pt>
                <c:pt idx="9">
                  <c:v>2.2590361445800001E-2</c:v>
                </c:pt>
                <c:pt idx="10">
                  <c:v>2.86144578313E-2</c:v>
                </c:pt>
                <c:pt idx="11">
                  <c:v>2.86144578313E-2</c:v>
                </c:pt>
                <c:pt idx="12">
                  <c:v>3.0120481927700001E-2</c:v>
                </c:pt>
                <c:pt idx="13">
                  <c:v>3.0120481927700001E-2</c:v>
                </c:pt>
                <c:pt idx="14">
                  <c:v>3.9156626505999999E-2</c:v>
                </c:pt>
                <c:pt idx="15">
                  <c:v>3.9156626505999999E-2</c:v>
                </c:pt>
                <c:pt idx="16">
                  <c:v>4.06626506024E-2</c:v>
                </c:pt>
                <c:pt idx="17">
                  <c:v>4.06626506024E-2</c:v>
                </c:pt>
                <c:pt idx="18">
                  <c:v>4.1415662650600003E-2</c:v>
                </c:pt>
                <c:pt idx="19">
                  <c:v>4.1415662650600003E-2</c:v>
                </c:pt>
                <c:pt idx="20">
                  <c:v>4.21686746988E-2</c:v>
                </c:pt>
                <c:pt idx="21">
                  <c:v>4.21686746988E-2</c:v>
                </c:pt>
                <c:pt idx="22">
                  <c:v>5.1957831325299998E-2</c:v>
                </c:pt>
                <c:pt idx="23">
                  <c:v>5.1957831325299998E-2</c:v>
                </c:pt>
                <c:pt idx="24">
                  <c:v>5.7228915662699997E-2</c:v>
                </c:pt>
                <c:pt idx="25">
                  <c:v>5.7228915662699997E-2</c:v>
                </c:pt>
                <c:pt idx="26">
                  <c:v>6.1746987951800003E-2</c:v>
                </c:pt>
                <c:pt idx="27">
                  <c:v>6.1746987951800003E-2</c:v>
                </c:pt>
                <c:pt idx="28">
                  <c:v>6.6265060240999998E-2</c:v>
                </c:pt>
                <c:pt idx="29">
                  <c:v>6.6265060240999998E-2</c:v>
                </c:pt>
                <c:pt idx="30">
                  <c:v>7.4548192771100003E-2</c:v>
                </c:pt>
                <c:pt idx="31">
                  <c:v>7.4548192771100003E-2</c:v>
                </c:pt>
                <c:pt idx="32">
                  <c:v>7.6054216867499996E-2</c:v>
                </c:pt>
                <c:pt idx="33">
                  <c:v>7.6054216867499996E-2</c:v>
                </c:pt>
                <c:pt idx="34">
                  <c:v>7.9066265060199994E-2</c:v>
                </c:pt>
                <c:pt idx="35">
                  <c:v>7.9066265060199994E-2</c:v>
                </c:pt>
                <c:pt idx="36">
                  <c:v>8.0572289156600002E-2</c:v>
                </c:pt>
                <c:pt idx="37">
                  <c:v>8.0572289156600002E-2</c:v>
                </c:pt>
                <c:pt idx="38">
                  <c:v>8.2078313252999996E-2</c:v>
                </c:pt>
                <c:pt idx="39">
                  <c:v>8.2078313252999996E-2</c:v>
                </c:pt>
                <c:pt idx="40">
                  <c:v>8.5090361445799997E-2</c:v>
                </c:pt>
                <c:pt idx="41">
                  <c:v>8.5090361445799997E-2</c:v>
                </c:pt>
                <c:pt idx="42">
                  <c:v>8.8102409638599999E-2</c:v>
                </c:pt>
                <c:pt idx="43">
                  <c:v>8.8102409638599999E-2</c:v>
                </c:pt>
                <c:pt idx="44">
                  <c:v>9.1867469879499994E-2</c:v>
                </c:pt>
                <c:pt idx="45">
                  <c:v>9.1867469879499994E-2</c:v>
                </c:pt>
                <c:pt idx="46">
                  <c:v>9.5632530120500006E-2</c:v>
                </c:pt>
                <c:pt idx="47">
                  <c:v>9.71385542169E-2</c:v>
                </c:pt>
                <c:pt idx="48">
                  <c:v>9.7891566265099997E-2</c:v>
                </c:pt>
                <c:pt idx="49">
                  <c:v>9.7891566265099997E-2</c:v>
                </c:pt>
                <c:pt idx="50">
                  <c:v>0.104668674699</c:v>
                </c:pt>
                <c:pt idx="51">
                  <c:v>0.104668674699</c:v>
                </c:pt>
                <c:pt idx="52">
                  <c:v>0.10617469879499999</c:v>
                </c:pt>
                <c:pt idx="53">
                  <c:v>0.10617469879499999</c:v>
                </c:pt>
                <c:pt idx="54">
                  <c:v>0.10843373494</c:v>
                </c:pt>
                <c:pt idx="55">
                  <c:v>0.10843373494</c:v>
                </c:pt>
                <c:pt idx="56">
                  <c:v>0.11144578313300001</c:v>
                </c:pt>
                <c:pt idx="57">
                  <c:v>0.11144578313300001</c:v>
                </c:pt>
                <c:pt idx="58">
                  <c:v>0.112951807229</c:v>
                </c:pt>
                <c:pt idx="59">
                  <c:v>0.112951807229</c:v>
                </c:pt>
                <c:pt idx="60">
                  <c:v>0.113704819277</c:v>
                </c:pt>
                <c:pt idx="61">
                  <c:v>0.113704819277</c:v>
                </c:pt>
                <c:pt idx="62">
                  <c:v>0.115963855422</c:v>
                </c:pt>
                <c:pt idx="63">
                  <c:v>0.115963855422</c:v>
                </c:pt>
                <c:pt idx="64">
                  <c:v>0.11671686747</c:v>
                </c:pt>
                <c:pt idx="65">
                  <c:v>0.11671686747</c:v>
                </c:pt>
                <c:pt idx="66">
                  <c:v>0.11822289156599999</c:v>
                </c:pt>
                <c:pt idx="67">
                  <c:v>0.11822289156599999</c:v>
                </c:pt>
                <c:pt idx="68">
                  <c:v>0.118975903614</c:v>
                </c:pt>
                <c:pt idx="69">
                  <c:v>0.118975903614</c:v>
                </c:pt>
                <c:pt idx="70">
                  <c:v>0.12198795180700001</c:v>
                </c:pt>
                <c:pt idx="71">
                  <c:v>0.12198795180700001</c:v>
                </c:pt>
                <c:pt idx="72">
                  <c:v>0.12801204819299999</c:v>
                </c:pt>
                <c:pt idx="73">
                  <c:v>0.12801204819299999</c:v>
                </c:pt>
                <c:pt idx="74">
                  <c:v>0.13177710843400001</c:v>
                </c:pt>
                <c:pt idx="75">
                  <c:v>0.13177710843400001</c:v>
                </c:pt>
                <c:pt idx="76">
                  <c:v>0.13328313252999999</c:v>
                </c:pt>
                <c:pt idx="77">
                  <c:v>0.13328313252999999</c:v>
                </c:pt>
                <c:pt idx="78">
                  <c:v>0.13629518072300001</c:v>
                </c:pt>
                <c:pt idx="79">
                  <c:v>0.13629518072300001</c:v>
                </c:pt>
                <c:pt idx="80">
                  <c:v>0.13855421686700001</c:v>
                </c:pt>
                <c:pt idx="81">
                  <c:v>0.13855421686700001</c:v>
                </c:pt>
                <c:pt idx="82">
                  <c:v>0.146084337349</c:v>
                </c:pt>
                <c:pt idx="83">
                  <c:v>0.146084337349</c:v>
                </c:pt>
                <c:pt idx="84">
                  <c:v>0.14759036144599999</c:v>
                </c:pt>
                <c:pt idx="85">
                  <c:v>0.14759036144599999</c:v>
                </c:pt>
                <c:pt idx="86">
                  <c:v>0.149096385542</c:v>
                </c:pt>
                <c:pt idx="87">
                  <c:v>0.149096385542</c:v>
                </c:pt>
                <c:pt idx="88">
                  <c:v>0.15060240963900001</c:v>
                </c:pt>
                <c:pt idx="89">
                  <c:v>0.15060240963900001</c:v>
                </c:pt>
                <c:pt idx="90">
                  <c:v>0.155873493976</c:v>
                </c:pt>
                <c:pt idx="91">
                  <c:v>0.155873493976</c:v>
                </c:pt>
                <c:pt idx="92">
                  <c:v>0.158885542169</c:v>
                </c:pt>
                <c:pt idx="93">
                  <c:v>0.158885542169</c:v>
                </c:pt>
                <c:pt idx="94">
                  <c:v>0.16189759036099999</c:v>
                </c:pt>
                <c:pt idx="95">
                  <c:v>0.16189759036099999</c:v>
                </c:pt>
                <c:pt idx="96">
                  <c:v>0.16265060241000001</c:v>
                </c:pt>
                <c:pt idx="97">
                  <c:v>0.16265060241000001</c:v>
                </c:pt>
                <c:pt idx="98">
                  <c:v>0.16490963855400001</c:v>
                </c:pt>
                <c:pt idx="99">
                  <c:v>0.16490963855400001</c:v>
                </c:pt>
                <c:pt idx="100">
                  <c:v>0.165662650602</c:v>
                </c:pt>
                <c:pt idx="101">
                  <c:v>0.165662650602</c:v>
                </c:pt>
                <c:pt idx="102">
                  <c:v>0.17018072289200001</c:v>
                </c:pt>
                <c:pt idx="103">
                  <c:v>0.17018072289200001</c:v>
                </c:pt>
                <c:pt idx="104">
                  <c:v>0.175451807229</c:v>
                </c:pt>
                <c:pt idx="105">
                  <c:v>0.175451807229</c:v>
                </c:pt>
                <c:pt idx="106">
                  <c:v>0.17921686747000001</c:v>
                </c:pt>
                <c:pt idx="107">
                  <c:v>0.17921686747000001</c:v>
                </c:pt>
                <c:pt idx="108">
                  <c:v>0.179969879518</c:v>
                </c:pt>
                <c:pt idx="109">
                  <c:v>0.179969879518</c:v>
                </c:pt>
                <c:pt idx="110">
                  <c:v>0.18222891566300001</c:v>
                </c:pt>
                <c:pt idx="111">
                  <c:v>0.18222891566300001</c:v>
                </c:pt>
                <c:pt idx="112">
                  <c:v>0.18674698795200001</c:v>
                </c:pt>
                <c:pt idx="113">
                  <c:v>0.18674698795200001</c:v>
                </c:pt>
                <c:pt idx="114">
                  <c:v>0.18825301204799999</c:v>
                </c:pt>
                <c:pt idx="115">
                  <c:v>0.18825301204799999</c:v>
                </c:pt>
                <c:pt idx="116">
                  <c:v>0.192018072289</c:v>
                </c:pt>
                <c:pt idx="117">
                  <c:v>0.192018072289</c:v>
                </c:pt>
                <c:pt idx="118">
                  <c:v>0.195030120482</c:v>
                </c:pt>
                <c:pt idx="119">
                  <c:v>0.195030120482</c:v>
                </c:pt>
                <c:pt idx="120">
                  <c:v>0.199548192771</c:v>
                </c:pt>
                <c:pt idx="121">
                  <c:v>0.199548192771</c:v>
                </c:pt>
                <c:pt idx="122">
                  <c:v>0.20256024096399999</c:v>
                </c:pt>
                <c:pt idx="123">
                  <c:v>0.20256024096399999</c:v>
                </c:pt>
                <c:pt idx="124">
                  <c:v>0.20331325301200001</c:v>
                </c:pt>
                <c:pt idx="125">
                  <c:v>0.20331325301200001</c:v>
                </c:pt>
                <c:pt idx="126">
                  <c:v>0.208584337349</c:v>
                </c:pt>
                <c:pt idx="127">
                  <c:v>0.208584337349</c:v>
                </c:pt>
                <c:pt idx="128">
                  <c:v>0.209337349398</c:v>
                </c:pt>
                <c:pt idx="129">
                  <c:v>0.209337349398</c:v>
                </c:pt>
                <c:pt idx="130">
                  <c:v>0.21009036144599999</c:v>
                </c:pt>
                <c:pt idx="131">
                  <c:v>0.21009036144599999</c:v>
                </c:pt>
                <c:pt idx="132">
                  <c:v>0.21234939758999999</c:v>
                </c:pt>
                <c:pt idx="133">
                  <c:v>0.21234939758999999</c:v>
                </c:pt>
                <c:pt idx="134">
                  <c:v>0.21686746988</c:v>
                </c:pt>
                <c:pt idx="135">
                  <c:v>0.21686746988</c:v>
                </c:pt>
                <c:pt idx="136">
                  <c:v>0.221385542169</c:v>
                </c:pt>
                <c:pt idx="137">
                  <c:v>0.221385542169</c:v>
                </c:pt>
                <c:pt idx="138">
                  <c:v>0.22213855421699999</c:v>
                </c:pt>
                <c:pt idx="139">
                  <c:v>0.22213855421699999</c:v>
                </c:pt>
                <c:pt idx="140">
                  <c:v>0.22289156626500001</c:v>
                </c:pt>
                <c:pt idx="141">
                  <c:v>0.22289156626500001</c:v>
                </c:pt>
                <c:pt idx="142">
                  <c:v>0.22515060241000001</c:v>
                </c:pt>
                <c:pt idx="143">
                  <c:v>0.22515060241000001</c:v>
                </c:pt>
                <c:pt idx="144">
                  <c:v>0.22966867469900001</c:v>
                </c:pt>
                <c:pt idx="145">
                  <c:v>0.22966867469900001</c:v>
                </c:pt>
                <c:pt idx="146">
                  <c:v>0.230421686747</c:v>
                </c:pt>
                <c:pt idx="147">
                  <c:v>0.230421686747</c:v>
                </c:pt>
                <c:pt idx="148">
                  <c:v>0.23117469879499999</c:v>
                </c:pt>
                <c:pt idx="149">
                  <c:v>0.23117469879499999</c:v>
                </c:pt>
                <c:pt idx="150">
                  <c:v>0.23268072289200001</c:v>
                </c:pt>
                <c:pt idx="151">
                  <c:v>0.23268072289200001</c:v>
                </c:pt>
                <c:pt idx="152">
                  <c:v>0.237951807229</c:v>
                </c:pt>
                <c:pt idx="153">
                  <c:v>0.237951807229</c:v>
                </c:pt>
                <c:pt idx="154">
                  <c:v>0.240963855422</c:v>
                </c:pt>
                <c:pt idx="155">
                  <c:v>0.240963855422</c:v>
                </c:pt>
                <c:pt idx="156">
                  <c:v>0.24171686747000001</c:v>
                </c:pt>
                <c:pt idx="157">
                  <c:v>0.24171686747000001</c:v>
                </c:pt>
                <c:pt idx="158">
                  <c:v>0.24322289156599999</c:v>
                </c:pt>
                <c:pt idx="159">
                  <c:v>0.24322289156599999</c:v>
                </c:pt>
                <c:pt idx="160">
                  <c:v>0.24472891566300001</c:v>
                </c:pt>
                <c:pt idx="161">
                  <c:v>0.24472891566300001</c:v>
                </c:pt>
                <c:pt idx="162">
                  <c:v>0.24698795180700001</c:v>
                </c:pt>
                <c:pt idx="163">
                  <c:v>0.24698795180700001</c:v>
                </c:pt>
                <c:pt idx="164">
                  <c:v>0.247740963855</c:v>
                </c:pt>
                <c:pt idx="165">
                  <c:v>0.247740963855</c:v>
                </c:pt>
                <c:pt idx="166">
                  <c:v>0.24924698795200001</c:v>
                </c:pt>
                <c:pt idx="167">
                  <c:v>0.24924698795200001</c:v>
                </c:pt>
                <c:pt idx="168">
                  <c:v>0.25602409638599999</c:v>
                </c:pt>
                <c:pt idx="169">
                  <c:v>0.25602409638599999</c:v>
                </c:pt>
                <c:pt idx="170">
                  <c:v>0.25753012048200002</c:v>
                </c:pt>
                <c:pt idx="171">
                  <c:v>0.25753012048200002</c:v>
                </c:pt>
                <c:pt idx="172">
                  <c:v>0.26054216867500002</c:v>
                </c:pt>
                <c:pt idx="173">
                  <c:v>0.26054216867500002</c:v>
                </c:pt>
                <c:pt idx="174">
                  <c:v>0.26129518072300001</c:v>
                </c:pt>
                <c:pt idx="175">
                  <c:v>0.26129518072300001</c:v>
                </c:pt>
                <c:pt idx="176">
                  <c:v>0.26280120481899999</c:v>
                </c:pt>
                <c:pt idx="177">
                  <c:v>0.26280120481899999</c:v>
                </c:pt>
                <c:pt idx="178">
                  <c:v>0.264307228916</c:v>
                </c:pt>
                <c:pt idx="179">
                  <c:v>0.264307228916</c:v>
                </c:pt>
                <c:pt idx="180">
                  <c:v>0.26506024096399999</c:v>
                </c:pt>
                <c:pt idx="181">
                  <c:v>0.26506024096399999</c:v>
                </c:pt>
                <c:pt idx="182">
                  <c:v>0.26581325301199998</c:v>
                </c:pt>
                <c:pt idx="183">
                  <c:v>0.26581325301199998</c:v>
                </c:pt>
                <c:pt idx="184">
                  <c:v>0.26656626505999997</c:v>
                </c:pt>
                <c:pt idx="185">
                  <c:v>0.26656626505999997</c:v>
                </c:pt>
                <c:pt idx="186">
                  <c:v>0.27033132530100001</c:v>
                </c:pt>
                <c:pt idx="187">
                  <c:v>0.27033132530100001</c:v>
                </c:pt>
                <c:pt idx="188">
                  <c:v>0.27183734939800003</c:v>
                </c:pt>
                <c:pt idx="189">
                  <c:v>0.27183734939800003</c:v>
                </c:pt>
                <c:pt idx="190">
                  <c:v>0.27259036144600002</c:v>
                </c:pt>
                <c:pt idx="191">
                  <c:v>0.27259036144600002</c:v>
                </c:pt>
                <c:pt idx="192">
                  <c:v>0.274096385542</c:v>
                </c:pt>
                <c:pt idx="193">
                  <c:v>0.274096385542</c:v>
                </c:pt>
                <c:pt idx="194">
                  <c:v>0.27484939758999999</c:v>
                </c:pt>
                <c:pt idx="195">
                  <c:v>0.27484939758999999</c:v>
                </c:pt>
                <c:pt idx="196">
                  <c:v>0.27936746988</c:v>
                </c:pt>
                <c:pt idx="197">
                  <c:v>0.27936746988</c:v>
                </c:pt>
                <c:pt idx="198">
                  <c:v>0.28162650602400002</c:v>
                </c:pt>
                <c:pt idx="199">
                  <c:v>0.28162650602400002</c:v>
                </c:pt>
                <c:pt idx="200">
                  <c:v>0.28237951807200001</c:v>
                </c:pt>
                <c:pt idx="201">
                  <c:v>0.28237951807200001</c:v>
                </c:pt>
                <c:pt idx="202">
                  <c:v>0.286144578313</c:v>
                </c:pt>
                <c:pt idx="203">
                  <c:v>0.286144578313</c:v>
                </c:pt>
                <c:pt idx="204">
                  <c:v>0.28765060241000001</c:v>
                </c:pt>
                <c:pt idx="205">
                  <c:v>0.28765060241000001</c:v>
                </c:pt>
                <c:pt idx="206">
                  <c:v>0.288403614458</c:v>
                </c:pt>
                <c:pt idx="207">
                  <c:v>0.288403614458</c:v>
                </c:pt>
                <c:pt idx="208">
                  <c:v>0.28915662650599999</c:v>
                </c:pt>
                <c:pt idx="209">
                  <c:v>0.28915662650599999</c:v>
                </c:pt>
                <c:pt idx="210">
                  <c:v>0.28990963855399998</c:v>
                </c:pt>
                <c:pt idx="211">
                  <c:v>0.28990963855399998</c:v>
                </c:pt>
                <c:pt idx="212">
                  <c:v>0.29668674698800002</c:v>
                </c:pt>
                <c:pt idx="213">
                  <c:v>0.29668674698800002</c:v>
                </c:pt>
                <c:pt idx="214">
                  <c:v>0.29743975903600001</c:v>
                </c:pt>
                <c:pt idx="215">
                  <c:v>0.29743975903600001</c:v>
                </c:pt>
                <c:pt idx="216">
                  <c:v>0.298192771084</c:v>
                </c:pt>
                <c:pt idx="217">
                  <c:v>0.298192771084</c:v>
                </c:pt>
                <c:pt idx="218">
                  <c:v>0.300451807229</c:v>
                </c:pt>
                <c:pt idx="219">
                  <c:v>0.300451807229</c:v>
                </c:pt>
                <c:pt idx="220">
                  <c:v>0.30195783132499998</c:v>
                </c:pt>
                <c:pt idx="221">
                  <c:v>0.30195783132499998</c:v>
                </c:pt>
                <c:pt idx="222">
                  <c:v>0.30271084337300003</c:v>
                </c:pt>
                <c:pt idx="223">
                  <c:v>0.30271084337300003</c:v>
                </c:pt>
                <c:pt idx="224">
                  <c:v>0.303463855422</c:v>
                </c:pt>
                <c:pt idx="225">
                  <c:v>0.303463855422</c:v>
                </c:pt>
                <c:pt idx="226">
                  <c:v>0.30496987951799998</c:v>
                </c:pt>
                <c:pt idx="227">
                  <c:v>0.30496987951799998</c:v>
                </c:pt>
                <c:pt idx="228">
                  <c:v>0.30647590361400001</c:v>
                </c:pt>
                <c:pt idx="229">
                  <c:v>0.30647590361400001</c:v>
                </c:pt>
                <c:pt idx="230">
                  <c:v>0.30722891566299998</c:v>
                </c:pt>
                <c:pt idx="231">
                  <c:v>0.30722891566299998</c:v>
                </c:pt>
                <c:pt idx="232">
                  <c:v>0.30798192771100003</c:v>
                </c:pt>
                <c:pt idx="233">
                  <c:v>0.30798192771100003</c:v>
                </c:pt>
                <c:pt idx="234">
                  <c:v>0.31099397590400002</c:v>
                </c:pt>
                <c:pt idx="235">
                  <c:v>0.31099397590400002</c:v>
                </c:pt>
                <c:pt idx="236">
                  <c:v>0.31174698795200001</c:v>
                </c:pt>
                <c:pt idx="237">
                  <c:v>0.31174698795200001</c:v>
                </c:pt>
                <c:pt idx="238">
                  <c:v>0.3125</c:v>
                </c:pt>
                <c:pt idx="239">
                  <c:v>0.3125</c:v>
                </c:pt>
                <c:pt idx="240">
                  <c:v>0.31325301204799999</c:v>
                </c:pt>
                <c:pt idx="241">
                  <c:v>0.31325301204799999</c:v>
                </c:pt>
                <c:pt idx="242">
                  <c:v>0.31400602409599998</c:v>
                </c:pt>
                <c:pt idx="243">
                  <c:v>0.31400602409599998</c:v>
                </c:pt>
                <c:pt idx="244">
                  <c:v>0.31701807228899997</c:v>
                </c:pt>
                <c:pt idx="245">
                  <c:v>0.31701807228899997</c:v>
                </c:pt>
                <c:pt idx="246">
                  <c:v>0.32003012048200002</c:v>
                </c:pt>
                <c:pt idx="247">
                  <c:v>0.32003012048200002</c:v>
                </c:pt>
                <c:pt idx="248">
                  <c:v>0.32078313253000001</c:v>
                </c:pt>
                <c:pt idx="249">
                  <c:v>0.32078313253000001</c:v>
                </c:pt>
                <c:pt idx="250">
                  <c:v>0.32605421686699998</c:v>
                </c:pt>
                <c:pt idx="251">
                  <c:v>0.32605421686699998</c:v>
                </c:pt>
                <c:pt idx="252">
                  <c:v>0.326807228916</c:v>
                </c:pt>
                <c:pt idx="253">
                  <c:v>0.326807228916</c:v>
                </c:pt>
                <c:pt idx="254">
                  <c:v>0.32831325301199998</c:v>
                </c:pt>
                <c:pt idx="255">
                  <c:v>0.32831325301199998</c:v>
                </c:pt>
                <c:pt idx="256">
                  <c:v>0.33057228915699999</c:v>
                </c:pt>
                <c:pt idx="257">
                  <c:v>0.33057228915699999</c:v>
                </c:pt>
                <c:pt idx="258">
                  <c:v>0.33132530120499998</c:v>
                </c:pt>
                <c:pt idx="259">
                  <c:v>0.33132530120499998</c:v>
                </c:pt>
                <c:pt idx="260">
                  <c:v>0.333584337349</c:v>
                </c:pt>
                <c:pt idx="261">
                  <c:v>0.333584337349</c:v>
                </c:pt>
                <c:pt idx="262">
                  <c:v>0.33509036144600002</c:v>
                </c:pt>
                <c:pt idx="263">
                  <c:v>0.33509036144600002</c:v>
                </c:pt>
                <c:pt idx="264">
                  <c:v>0.336596385542</c:v>
                </c:pt>
                <c:pt idx="265">
                  <c:v>0.336596385542</c:v>
                </c:pt>
                <c:pt idx="266">
                  <c:v>0.33734939758999999</c:v>
                </c:pt>
                <c:pt idx="267">
                  <c:v>0.33734939758999999</c:v>
                </c:pt>
                <c:pt idx="268">
                  <c:v>0.33810240963900001</c:v>
                </c:pt>
                <c:pt idx="269">
                  <c:v>0.33810240963900001</c:v>
                </c:pt>
                <c:pt idx="270">
                  <c:v>0.33960843373499999</c:v>
                </c:pt>
                <c:pt idx="271">
                  <c:v>0.33960843373499999</c:v>
                </c:pt>
                <c:pt idx="272">
                  <c:v>0.34111445783099997</c:v>
                </c:pt>
                <c:pt idx="273">
                  <c:v>0.34111445783099997</c:v>
                </c:pt>
                <c:pt idx="274">
                  <c:v>0.34186746988</c:v>
                </c:pt>
                <c:pt idx="275">
                  <c:v>0.34186746988</c:v>
                </c:pt>
                <c:pt idx="276">
                  <c:v>0.34789156626500001</c:v>
                </c:pt>
                <c:pt idx="277">
                  <c:v>0.34789156626500001</c:v>
                </c:pt>
                <c:pt idx="278">
                  <c:v>0.348644578313</c:v>
                </c:pt>
                <c:pt idx="279">
                  <c:v>0.348644578313</c:v>
                </c:pt>
                <c:pt idx="280">
                  <c:v>0.34939759036099999</c:v>
                </c:pt>
                <c:pt idx="281">
                  <c:v>0.34939759036099999</c:v>
                </c:pt>
                <c:pt idx="282">
                  <c:v>0.35165662650599999</c:v>
                </c:pt>
                <c:pt idx="283">
                  <c:v>0.35165662650599999</c:v>
                </c:pt>
                <c:pt idx="284">
                  <c:v>0.35692771084300001</c:v>
                </c:pt>
                <c:pt idx="285">
                  <c:v>0.35692771084300001</c:v>
                </c:pt>
                <c:pt idx="286">
                  <c:v>0.35768072289199998</c:v>
                </c:pt>
                <c:pt idx="287">
                  <c:v>0.35768072289199998</c:v>
                </c:pt>
                <c:pt idx="288">
                  <c:v>0.35993975903600001</c:v>
                </c:pt>
                <c:pt idx="289">
                  <c:v>0.35993975903600001</c:v>
                </c:pt>
                <c:pt idx="290">
                  <c:v>0.360692771084</c:v>
                </c:pt>
                <c:pt idx="291">
                  <c:v>0.360692771084</c:v>
                </c:pt>
                <c:pt idx="292">
                  <c:v>0.36144578313300002</c:v>
                </c:pt>
                <c:pt idx="293">
                  <c:v>0.36144578313300002</c:v>
                </c:pt>
                <c:pt idx="294">
                  <c:v>0.36370481927699999</c:v>
                </c:pt>
                <c:pt idx="295">
                  <c:v>0.36370481927699999</c:v>
                </c:pt>
                <c:pt idx="296">
                  <c:v>0.365963855422</c:v>
                </c:pt>
                <c:pt idx="297">
                  <c:v>0.365963855422</c:v>
                </c:pt>
                <c:pt idx="298">
                  <c:v>0.36746987951799998</c:v>
                </c:pt>
                <c:pt idx="299">
                  <c:v>0.36746987951799998</c:v>
                </c:pt>
                <c:pt idx="300">
                  <c:v>0.375</c:v>
                </c:pt>
                <c:pt idx="301">
                  <c:v>0.375</c:v>
                </c:pt>
                <c:pt idx="302">
                  <c:v>0.38027108433700002</c:v>
                </c:pt>
                <c:pt idx="303">
                  <c:v>0.38027108433700002</c:v>
                </c:pt>
                <c:pt idx="304">
                  <c:v>0.38102409638599999</c:v>
                </c:pt>
                <c:pt idx="305">
                  <c:v>0.38102409638599999</c:v>
                </c:pt>
                <c:pt idx="306">
                  <c:v>0.38177710843399998</c:v>
                </c:pt>
                <c:pt idx="307">
                  <c:v>0.38177710843399998</c:v>
                </c:pt>
                <c:pt idx="308">
                  <c:v>0.38253012048200002</c:v>
                </c:pt>
                <c:pt idx="309">
                  <c:v>0.38253012048200002</c:v>
                </c:pt>
                <c:pt idx="310">
                  <c:v>0.384036144578</c:v>
                </c:pt>
                <c:pt idx="311">
                  <c:v>0.38554216867500002</c:v>
                </c:pt>
                <c:pt idx="312">
                  <c:v>0.389307228916</c:v>
                </c:pt>
                <c:pt idx="313">
                  <c:v>0.389307228916</c:v>
                </c:pt>
                <c:pt idx="314">
                  <c:v>0.39081325301199998</c:v>
                </c:pt>
                <c:pt idx="315">
                  <c:v>0.39081325301199998</c:v>
                </c:pt>
                <c:pt idx="316">
                  <c:v>0.39457831325300002</c:v>
                </c:pt>
                <c:pt idx="317">
                  <c:v>0.39457831325300002</c:v>
                </c:pt>
                <c:pt idx="318">
                  <c:v>0.39533132530100001</c:v>
                </c:pt>
                <c:pt idx="319">
                  <c:v>0.39533132530100001</c:v>
                </c:pt>
                <c:pt idx="320">
                  <c:v>0.396084337349</c:v>
                </c:pt>
                <c:pt idx="321">
                  <c:v>0.396084337349</c:v>
                </c:pt>
                <c:pt idx="322">
                  <c:v>0.39683734939800003</c:v>
                </c:pt>
                <c:pt idx="323">
                  <c:v>0.39683734939800003</c:v>
                </c:pt>
                <c:pt idx="324">
                  <c:v>0.39759036144600002</c:v>
                </c:pt>
                <c:pt idx="325">
                  <c:v>0.39759036144600002</c:v>
                </c:pt>
                <c:pt idx="326">
                  <c:v>0.39834337349400001</c:v>
                </c:pt>
                <c:pt idx="327">
                  <c:v>0.39834337349400001</c:v>
                </c:pt>
                <c:pt idx="328">
                  <c:v>0.40060240963900001</c:v>
                </c:pt>
                <c:pt idx="329">
                  <c:v>0.40361445783099997</c:v>
                </c:pt>
                <c:pt idx="330">
                  <c:v>0.40361445783099997</c:v>
                </c:pt>
                <c:pt idx="331">
                  <c:v>0.40662650602400002</c:v>
                </c:pt>
                <c:pt idx="332">
                  <c:v>0.40662650602400002</c:v>
                </c:pt>
                <c:pt idx="333">
                  <c:v>0.40813253012</c:v>
                </c:pt>
                <c:pt idx="334">
                  <c:v>0.40813253012</c:v>
                </c:pt>
                <c:pt idx="335">
                  <c:v>0.40963855421700002</c:v>
                </c:pt>
                <c:pt idx="336">
                  <c:v>0.40963855421700002</c:v>
                </c:pt>
                <c:pt idx="337">
                  <c:v>0.41039156626500001</c:v>
                </c:pt>
                <c:pt idx="338">
                  <c:v>0.41039156626500001</c:v>
                </c:pt>
                <c:pt idx="339">
                  <c:v>0.411144578313</c:v>
                </c:pt>
                <c:pt idx="340">
                  <c:v>0.411144578313</c:v>
                </c:pt>
                <c:pt idx="341">
                  <c:v>0.41189759036099999</c:v>
                </c:pt>
                <c:pt idx="342">
                  <c:v>0.41189759036099999</c:v>
                </c:pt>
                <c:pt idx="343">
                  <c:v>0.413403614458</c:v>
                </c:pt>
                <c:pt idx="344">
                  <c:v>0.413403614458</c:v>
                </c:pt>
                <c:pt idx="345">
                  <c:v>0.41490963855399998</c:v>
                </c:pt>
                <c:pt idx="346">
                  <c:v>0.41490963855399998</c:v>
                </c:pt>
                <c:pt idx="347">
                  <c:v>0.41566265060199997</c:v>
                </c:pt>
                <c:pt idx="348">
                  <c:v>0.41566265060199997</c:v>
                </c:pt>
                <c:pt idx="349">
                  <c:v>0.416415662651</c:v>
                </c:pt>
                <c:pt idx="350">
                  <c:v>0.416415662651</c:v>
                </c:pt>
                <c:pt idx="351">
                  <c:v>0.41792168674699998</c:v>
                </c:pt>
                <c:pt idx="352">
                  <c:v>0.41792168674699998</c:v>
                </c:pt>
                <c:pt idx="353">
                  <c:v>0.41867469879500002</c:v>
                </c:pt>
                <c:pt idx="354">
                  <c:v>0.41867469879500002</c:v>
                </c:pt>
                <c:pt idx="355">
                  <c:v>0.42093373494000003</c:v>
                </c:pt>
                <c:pt idx="356">
                  <c:v>0.42093373494000003</c:v>
                </c:pt>
                <c:pt idx="357">
                  <c:v>0.42168674698800002</c:v>
                </c:pt>
                <c:pt idx="358">
                  <c:v>0.42168674698800002</c:v>
                </c:pt>
                <c:pt idx="359">
                  <c:v>0.423192771084</c:v>
                </c:pt>
                <c:pt idx="360">
                  <c:v>0.423192771084</c:v>
                </c:pt>
                <c:pt idx="361">
                  <c:v>0.42394578313300002</c:v>
                </c:pt>
                <c:pt idx="362">
                  <c:v>0.42394578313300002</c:v>
                </c:pt>
                <c:pt idx="363">
                  <c:v>0.42469879518100001</c:v>
                </c:pt>
                <c:pt idx="364">
                  <c:v>0.42469879518100001</c:v>
                </c:pt>
                <c:pt idx="365">
                  <c:v>0.42695783132499998</c:v>
                </c:pt>
                <c:pt idx="366">
                  <c:v>0.42695783132499998</c:v>
                </c:pt>
                <c:pt idx="367">
                  <c:v>0.428463855422</c:v>
                </c:pt>
                <c:pt idx="368">
                  <c:v>0.428463855422</c:v>
                </c:pt>
                <c:pt idx="369">
                  <c:v>0.42921686746999999</c:v>
                </c:pt>
                <c:pt idx="370">
                  <c:v>0.42921686746999999</c:v>
                </c:pt>
                <c:pt idx="371">
                  <c:v>0.42996987951799998</c:v>
                </c:pt>
                <c:pt idx="372">
                  <c:v>0.42996987951799998</c:v>
                </c:pt>
                <c:pt idx="373">
                  <c:v>0.43448795180700001</c:v>
                </c:pt>
                <c:pt idx="374">
                  <c:v>0.43448795180700001</c:v>
                </c:pt>
                <c:pt idx="375">
                  <c:v>0.4375</c:v>
                </c:pt>
                <c:pt idx="376">
                  <c:v>0.4375</c:v>
                </c:pt>
                <c:pt idx="377">
                  <c:v>0.43825301204799999</c:v>
                </c:pt>
                <c:pt idx="378">
                  <c:v>0.43825301204799999</c:v>
                </c:pt>
                <c:pt idx="379">
                  <c:v>0.44126506024099998</c:v>
                </c:pt>
                <c:pt idx="380">
                  <c:v>0.44126506024099998</c:v>
                </c:pt>
                <c:pt idx="381">
                  <c:v>0.44201807228899997</c:v>
                </c:pt>
                <c:pt idx="382">
                  <c:v>0.44201807228899997</c:v>
                </c:pt>
                <c:pt idx="383">
                  <c:v>0.44277108433700002</c:v>
                </c:pt>
                <c:pt idx="384">
                  <c:v>0.44277108433700002</c:v>
                </c:pt>
                <c:pt idx="385">
                  <c:v>0.44352409638599999</c:v>
                </c:pt>
                <c:pt idx="386">
                  <c:v>0.44352409638599999</c:v>
                </c:pt>
                <c:pt idx="387">
                  <c:v>0.44427710843399998</c:v>
                </c:pt>
                <c:pt idx="388">
                  <c:v>0.44427710843399998</c:v>
                </c:pt>
                <c:pt idx="389">
                  <c:v>0.44503012048200002</c:v>
                </c:pt>
                <c:pt idx="390">
                  <c:v>0.44503012048200002</c:v>
                </c:pt>
                <c:pt idx="391">
                  <c:v>0.44578313253000001</c:v>
                </c:pt>
                <c:pt idx="392">
                  <c:v>0.44578313253000001</c:v>
                </c:pt>
                <c:pt idx="393">
                  <c:v>0.446536144578</c:v>
                </c:pt>
                <c:pt idx="394">
                  <c:v>0.446536144578</c:v>
                </c:pt>
                <c:pt idx="395">
                  <c:v>0.44728915662699997</c:v>
                </c:pt>
                <c:pt idx="396">
                  <c:v>0.44728915662699997</c:v>
                </c:pt>
                <c:pt idx="397">
                  <c:v>0.44804216867500002</c:v>
                </c:pt>
                <c:pt idx="398">
                  <c:v>0.44804216867500002</c:v>
                </c:pt>
                <c:pt idx="399">
                  <c:v>0.44879518072300001</c:v>
                </c:pt>
                <c:pt idx="400">
                  <c:v>0.44879518072300001</c:v>
                </c:pt>
                <c:pt idx="401">
                  <c:v>0.449548192771</c:v>
                </c:pt>
                <c:pt idx="402">
                  <c:v>0.449548192771</c:v>
                </c:pt>
                <c:pt idx="403">
                  <c:v>0.45030120481899999</c:v>
                </c:pt>
                <c:pt idx="404">
                  <c:v>0.45030120481899999</c:v>
                </c:pt>
                <c:pt idx="405">
                  <c:v>0.451807228916</c:v>
                </c:pt>
                <c:pt idx="406">
                  <c:v>0.451807228916</c:v>
                </c:pt>
                <c:pt idx="407">
                  <c:v>0.45256024096399999</c:v>
                </c:pt>
                <c:pt idx="408">
                  <c:v>0.45256024096399999</c:v>
                </c:pt>
                <c:pt idx="409">
                  <c:v>0.45406626505999997</c:v>
                </c:pt>
                <c:pt idx="410">
                  <c:v>0.45406626505999997</c:v>
                </c:pt>
                <c:pt idx="411">
                  <c:v>0.45481927710800002</c:v>
                </c:pt>
                <c:pt idx="412">
                  <c:v>0.45481927710800002</c:v>
                </c:pt>
                <c:pt idx="413">
                  <c:v>0.45557228915699999</c:v>
                </c:pt>
                <c:pt idx="414">
                  <c:v>0.45557228915699999</c:v>
                </c:pt>
                <c:pt idx="415">
                  <c:v>0.45632530120499998</c:v>
                </c:pt>
                <c:pt idx="416">
                  <c:v>0.45632530120499998</c:v>
                </c:pt>
                <c:pt idx="417">
                  <c:v>0.45783132530100001</c:v>
                </c:pt>
                <c:pt idx="418">
                  <c:v>0.45783132530100001</c:v>
                </c:pt>
                <c:pt idx="419">
                  <c:v>0.458584337349</c:v>
                </c:pt>
                <c:pt idx="420">
                  <c:v>0.458584337349</c:v>
                </c:pt>
                <c:pt idx="421">
                  <c:v>0.45933734939800003</c:v>
                </c:pt>
                <c:pt idx="422">
                  <c:v>0.45933734939800003</c:v>
                </c:pt>
                <c:pt idx="423">
                  <c:v>0.461596385542</c:v>
                </c:pt>
                <c:pt idx="424">
                  <c:v>0.461596385542</c:v>
                </c:pt>
                <c:pt idx="425">
                  <c:v>0.46234939758999999</c:v>
                </c:pt>
                <c:pt idx="426">
                  <c:v>0.46234939758999999</c:v>
                </c:pt>
                <c:pt idx="427">
                  <c:v>0.46310240963900001</c:v>
                </c:pt>
                <c:pt idx="428">
                  <c:v>0.46310240963900001</c:v>
                </c:pt>
                <c:pt idx="429">
                  <c:v>0.463855421687</c:v>
                </c:pt>
                <c:pt idx="430">
                  <c:v>0.463855421687</c:v>
                </c:pt>
                <c:pt idx="431">
                  <c:v>0.46460843373499999</c:v>
                </c:pt>
                <c:pt idx="432">
                  <c:v>0.46460843373499999</c:v>
                </c:pt>
                <c:pt idx="433">
                  <c:v>0.46611445783099997</c:v>
                </c:pt>
                <c:pt idx="434">
                  <c:v>0.46611445783099997</c:v>
                </c:pt>
                <c:pt idx="435">
                  <c:v>0.46762048192799999</c:v>
                </c:pt>
                <c:pt idx="436">
                  <c:v>0.46762048192799999</c:v>
                </c:pt>
                <c:pt idx="437">
                  <c:v>0.46837349397599998</c:v>
                </c:pt>
                <c:pt idx="438">
                  <c:v>0.46837349397599998</c:v>
                </c:pt>
                <c:pt idx="439">
                  <c:v>0.46912650602400002</c:v>
                </c:pt>
                <c:pt idx="440">
                  <c:v>0.46912650602400002</c:v>
                </c:pt>
                <c:pt idx="441">
                  <c:v>0.46912650602400002</c:v>
                </c:pt>
                <c:pt idx="442">
                  <c:v>0.46987951807200001</c:v>
                </c:pt>
                <c:pt idx="443">
                  <c:v>0.46987951807200001</c:v>
                </c:pt>
                <c:pt idx="444">
                  <c:v>0.473644578313</c:v>
                </c:pt>
                <c:pt idx="445">
                  <c:v>0.473644578313</c:v>
                </c:pt>
                <c:pt idx="446">
                  <c:v>0.47439759036099999</c:v>
                </c:pt>
                <c:pt idx="447">
                  <c:v>0.47439759036099999</c:v>
                </c:pt>
                <c:pt idx="448">
                  <c:v>0.47515060241000001</c:v>
                </c:pt>
                <c:pt idx="449">
                  <c:v>0.47515060241000001</c:v>
                </c:pt>
                <c:pt idx="450">
                  <c:v>0.475903614458</c:v>
                </c:pt>
                <c:pt idx="451">
                  <c:v>0.475903614458</c:v>
                </c:pt>
                <c:pt idx="452">
                  <c:v>0.47665662650599999</c:v>
                </c:pt>
                <c:pt idx="453">
                  <c:v>0.47665662650599999</c:v>
                </c:pt>
                <c:pt idx="454">
                  <c:v>0.47740963855399998</c:v>
                </c:pt>
                <c:pt idx="455">
                  <c:v>0.47740963855399998</c:v>
                </c:pt>
                <c:pt idx="456">
                  <c:v>0.47966867469899999</c:v>
                </c:pt>
                <c:pt idx="457">
                  <c:v>0.47966867469899999</c:v>
                </c:pt>
                <c:pt idx="458">
                  <c:v>0.48042168674699998</c:v>
                </c:pt>
                <c:pt idx="459">
                  <c:v>0.48042168674699998</c:v>
                </c:pt>
                <c:pt idx="460">
                  <c:v>0.48268072289199998</c:v>
                </c:pt>
                <c:pt idx="461">
                  <c:v>0.48268072289199998</c:v>
                </c:pt>
                <c:pt idx="462">
                  <c:v>0.48343373494000003</c:v>
                </c:pt>
                <c:pt idx="463">
                  <c:v>0.48343373494000003</c:v>
                </c:pt>
                <c:pt idx="464">
                  <c:v>0.48418674698800002</c:v>
                </c:pt>
                <c:pt idx="465">
                  <c:v>0.48418674698800002</c:v>
                </c:pt>
                <c:pt idx="466">
                  <c:v>0.48493975903600001</c:v>
                </c:pt>
                <c:pt idx="467">
                  <c:v>0.48493975903600001</c:v>
                </c:pt>
                <c:pt idx="468">
                  <c:v>0.485692771084</c:v>
                </c:pt>
                <c:pt idx="469">
                  <c:v>0.485692771084</c:v>
                </c:pt>
                <c:pt idx="470">
                  <c:v>0.485692771084</c:v>
                </c:pt>
                <c:pt idx="471">
                  <c:v>0.485692771084</c:v>
                </c:pt>
                <c:pt idx="472">
                  <c:v>0.487951807229</c:v>
                </c:pt>
                <c:pt idx="473">
                  <c:v>0.48870481927699999</c:v>
                </c:pt>
                <c:pt idx="474">
                  <c:v>0.48945783132499998</c:v>
                </c:pt>
                <c:pt idx="475">
                  <c:v>0.48945783132499998</c:v>
                </c:pt>
                <c:pt idx="476">
                  <c:v>0.490963855422</c:v>
                </c:pt>
                <c:pt idx="477">
                  <c:v>0.490963855422</c:v>
                </c:pt>
                <c:pt idx="478">
                  <c:v>0.49548192771100003</c:v>
                </c:pt>
                <c:pt idx="479">
                  <c:v>0.49548192771100003</c:v>
                </c:pt>
                <c:pt idx="480">
                  <c:v>0.49623493975900002</c:v>
                </c:pt>
                <c:pt idx="481">
                  <c:v>0.49698795180700001</c:v>
                </c:pt>
                <c:pt idx="482">
                  <c:v>0.49698795180700001</c:v>
                </c:pt>
                <c:pt idx="483">
                  <c:v>0.497740963855</c:v>
                </c:pt>
                <c:pt idx="484">
                  <c:v>0.497740963855</c:v>
                </c:pt>
                <c:pt idx="485">
                  <c:v>0.49849397590400002</c:v>
                </c:pt>
                <c:pt idx="486">
                  <c:v>0.49849397590400002</c:v>
                </c:pt>
                <c:pt idx="487">
                  <c:v>0.49924698795200001</c:v>
                </c:pt>
                <c:pt idx="488">
                  <c:v>0.50075301204800005</c:v>
                </c:pt>
                <c:pt idx="489">
                  <c:v>0.50150602409599998</c:v>
                </c:pt>
                <c:pt idx="490">
                  <c:v>0.50150602409599998</c:v>
                </c:pt>
                <c:pt idx="491">
                  <c:v>0.502259036145</c:v>
                </c:pt>
                <c:pt idx="492">
                  <c:v>0.502259036145</c:v>
                </c:pt>
                <c:pt idx="493">
                  <c:v>0.50301204819300005</c:v>
                </c:pt>
                <c:pt idx="494">
                  <c:v>0.50301204819300005</c:v>
                </c:pt>
                <c:pt idx="495">
                  <c:v>0.50376506024099998</c:v>
                </c:pt>
                <c:pt idx="496">
                  <c:v>0.50376506024099998</c:v>
                </c:pt>
                <c:pt idx="497">
                  <c:v>0.50527108433699996</c:v>
                </c:pt>
                <c:pt idx="498">
                  <c:v>0.50527108433699996</c:v>
                </c:pt>
                <c:pt idx="499">
                  <c:v>0.50602409638599999</c:v>
                </c:pt>
                <c:pt idx="500">
                  <c:v>0.50602409638599999</c:v>
                </c:pt>
                <c:pt idx="501">
                  <c:v>0.50677710843400003</c:v>
                </c:pt>
                <c:pt idx="502">
                  <c:v>0.50677710843400003</c:v>
                </c:pt>
                <c:pt idx="503">
                  <c:v>0.50753012048199997</c:v>
                </c:pt>
                <c:pt idx="504">
                  <c:v>0.50753012048199997</c:v>
                </c:pt>
                <c:pt idx="505">
                  <c:v>0.50828313253000001</c:v>
                </c:pt>
                <c:pt idx="506">
                  <c:v>0.50828313253000001</c:v>
                </c:pt>
                <c:pt idx="507">
                  <c:v>0.50903614457799995</c:v>
                </c:pt>
                <c:pt idx="508">
                  <c:v>0.50903614457799995</c:v>
                </c:pt>
                <c:pt idx="509">
                  <c:v>0.50903614457799995</c:v>
                </c:pt>
                <c:pt idx="510">
                  <c:v>0.51129518072299995</c:v>
                </c:pt>
                <c:pt idx="511">
                  <c:v>0.51129518072299995</c:v>
                </c:pt>
                <c:pt idx="512">
                  <c:v>0.51129518072299995</c:v>
                </c:pt>
                <c:pt idx="513">
                  <c:v>0.51129518072299995</c:v>
                </c:pt>
                <c:pt idx="514">
                  <c:v>0.512048192771</c:v>
                </c:pt>
                <c:pt idx="515">
                  <c:v>0.51280120481900004</c:v>
                </c:pt>
                <c:pt idx="516">
                  <c:v>0.51280120481900004</c:v>
                </c:pt>
                <c:pt idx="517">
                  <c:v>0.51355421686699998</c:v>
                </c:pt>
                <c:pt idx="518">
                  <c:v>0.51355421686699998</c:v>
                </c:pt>
                <c:pt idx="519">
                  <c:v>0.514307228916</c:v>
                </c:pt>
                <c:pt idx="520">
                  <c:v>0.514307228916</c:v>
                </c:pt>
                <c:pt idx="521">
                  <c:v>0.514307228916</c:v>
                </c:pt>
                <c:pt idx="522">
                  <c:v>0.51506024096400005</c:v>
                </c:pt>
                <c:pt idx="523">
                  <c:v>0.51506024096400005</c:v>
                </c:pt>
                <c:pt idx="524">
                  <c:v>0.51581325301199998</c:v>
                </c:pt>
                <c:pt idx="525">
                  <c:v>0.51581325301199998</c:v>
                </c:pt>
                <c:pt idx="526">
                  <c:v>0.51656626506000003</c:v>
                </c:pt>
                <c:pt idx="527">
                  <c:v>0.51656626506000003</c:v>
                </c:pt>
                <c:pt idx="528">
                  <c:v>0.51731927710799996</c:v>
                </c:pt>
                <c:pt idx="529">
                  <c:v>0.51731927710799996</c:v>
                </c:pt>
                <c:pt idx="530">
                  <c:v>0.51807228915699999</c:v>
                </c:pt>
                <c:pt idx="531">
                  <c:v>0.51807228915699999</c:v>
                </c:pt>
                <c:pt idx="532">
                  <c:v>0.51807228915699999</c:v>
                </c:pt>
                <c:pt idx="533">
                  <c:v>0.51882530120500003</c:v>
                </c:pt>
                <c:pt idx="534">
                  <c:v>0.51882530120500003</c:v>
                </c:pt>
                <c:pt idx="535">
                  <c:v>0.51882530120500003</c:v>
                </c:pt>
                <c:pt idx="536">
                  <c:v>0.51882530120500003</c:v>
                </c:pt>
                <c:pt idx="537">
                  <c:v>0.52183734939799997</c:v>
                </c:pt>
                <c:pt idx="538">
                  <c:v>0.52259036144600002</c:v>
                </c:pt>
                <c:pt idx="539">
                  <c:v>0.52259036144600002</c:v>
                </c:pt>
                <c:pt idx="540">
                  <c:v>0.52259036144600002</c:v>
                </c:pt>
                <c:pt idx="541">
                  <c:v>0.52259036144600002</c:v>
                </c:pt>
                <c:pt idx="542">
                  <c:v>0.52334337349399995</c:v>
                </c:pt>
                <c:pt idx="543">
                  <c:v>0.52334337349399995</c:v>
                </c:pt>
                <c:pt idx="544">
                  <c:v>0.52484939759000004</c:v>
                </c:pt>
                <c:pt idx="545">
                  <c:v>0.52484939759000004</c:v>
                </c:pt>
                <c:pt idx="546">
                  <c:v>0.526355421687</c:v>
                </c:pt>
                <c:pt idx="547">
                  <c:v>0.526355421687</c:v>
                </c:pt>
                <c:pt idx="548">
                  <c:v>0.52786144578299998</c:v>
                </c:pt>
                <c:pt idx="549">
                  <c:v>0.52786144578299998</c:v>
                </c:pt>
                <c:pt idx="550">
                  <c:v>0.52861445783100003</c:v>
                </c:pt>
                <c:pt idx="551">
                  <c:v>0.52861445783100003</c:v>
                </c:pt>
                <c:pt idx="552">
                  <c:v>0.52936746988000005</c:v>
                </c:pt>
                <c:pt idx="553">
                  <c:v>0.52936746988000005</c:v>
                </c:pt>
                <c:pt idx="554">
                  <c:v>0.53012048192799999</c:v>
                </c:pt>
                <c:pt idx="555">
                  <c:v>0.53012048192799999</c:v>
                </c:pt>
                <c:pt idx="556">
                  <c:v>0.53162650602399997</c:v>
                </c:pt>
                <c:pt idx="557">
                  <c:v>0.53162650602399997</c:v>
                </c:pt>
                <c:pt idx="558">
                  <c:v>0.53237951807200001</c:v>
                </c:pt>
                <c:pt idx="559">
                  <c:v>0.53237951807200001</c:v>
                </c:pt>
                <c:pt idx="560">
                  <c:v>0.53313253011999995</c:v>
                </c:pt>
                <c:pt idx="561">
                  <c:v>0.53313253011999995</c:v>
                </c:pt>
                <c:pt idx="562">
                  <c:v>0.53388554216899997</c:v>
                </c:pt>
                <c:pt idx="563">
                  <c:v>0.53388554216899997</c:v>
                </c:pt>
                <c:pt idx="564">
                  <c:v>0.53463855421700002</c:v>
                </c:pt>
                <c:pt idx="565">
                  <c:v>0.53463855421700002</c:v>
                </c:pt>
                <c:pt idx="566">
                  <c:v>0.53539156626499995</c:v>
                </c:pt>
                <c:pt idx="567">
                  <c:v>0.53539156626499995</c:v>
                </c:pt>
                <c:pt idx="568">
                  <c:v>0.53689759036100004</c:v>
                </c:pt>
                <c:pt idx="569">
                  <c:v>0.538403614458</c:v>
                </c:pt>
                <c:pt idx="570">
                  <c:v>0.538403614458</c:v>
                </c:pt>
                <c:pt idx="571">
                  <c:v>0.53990963855399998</c:v>
                </c:pt>
                <c:pt idx="572">
                  <c:v>0.53990963855399998</c:v>
                </c:pt>
                <c:pt idx="573">
                  <c:v>0.54066265060200003</c:v>
                </c:pt>
                <c:pt idx="574">
                  <c:v>0.54066265060200003</c:v>
                </c:pt>
                <c:pt idx="575">
                  <c:v>0.54141566265100005</c:v>
                </c:pt>
                <c:pt idx="576">
                  <c:v>0.54141566265100005</c:v>
                </c:pt>
                <c:pt idx="577">
                  <c:v>0.54216867469899999</c:v>
                </c:pt>
                <c:pt idx="578">
                  <c:v>0.54216867469899999</c:v>
                </c:pt>
                <c:pt idx="579">
                  <c:v>0.54442771084300001</c:v>
                </c:pt>
                <c:pt idx="580">
                  <c:v>0.54442771084300001</c:v>
                </c:pt>
                <c:pt idx="581">
                  <c:v>0.54518072289200004</c:v>
                </c:pt>
                <c:pt idx="582">
                  <c:v>0.54518072289200004</c:v>
                </c:pt>
                <c:pt idx="583">
                  <c:v>0.54593373493999997</c:v>
                </c:pt>
                <c:pt idx="584">
                  <c:v>0.54593373493999997</c:v>
                </c:pt>
                <c:pt idx="585">
                  <c:v>0.54668674698800002</c:v>
                </c:pt>
                <c:pt idx="586">
                  <c:v>0.54668674698800002</c:v>
                </c:pt>
                <c:pt idx="587">
                  <c:v>0.54743975903599995</c:v>
                </c:pt>
                <c:pt idx="588">
                  <c:v>0.54743975903599995</c:v>
                </c:pt>
                <c:pt idx="589">
                  <c:v>0.548192771084</c:v>
                </c:pt>
                <c:pt idx="590">
                  <c:v>0.548192771084</c:v>
                </c:pt>
                <c:pt idx="591">
                  <c:v>0.54894578313300002</c:v>
                </c:pt>
                <c:pt idx="592">
                  <c:v>0.54894578313300002</c:v>
                </c:pt>
                <c:pt idx="593">
                  <c:v>0.54969879518099996</c:v>
                </c:pt>
                <c:pt idx="594">
                  <c:v>0.54969879518099996</c:v>
                </c:pt>
                <c:pt idx="595">
                  <c:v>0.550451807229</c:v>
                </c:pt>
                <c:pt idx="596">
                  <c:v>0.550451807229</c:v>
                </c:pt>
                <c:pt idx="597">
                  <c:v>0.55195783132499998</c:v>
                </c:pt>
                <c:pt idx="598">
                  <c:v>0.55195783132499998</c:v>
                </c:pt>
                <c:pt idx="599">
                  <c:v>0.55346385542200005</c:v>
                </c:pt>
                <c:pt idx="600">
                  <c:v>0.55346385542200005</c:v>
                </c:pt>
                <c:pt idx="601">
                  <c:v>0.55421686746999999</c:v>
                </c:pt>
                <c:pt idx="602">
                  <c:v>0.55421686746999999</c:v>
                </c:pt>
                <c:pt idx="603">
                  <c:v>0.55572289156599997</c:v>
                </c:pt>
                <c:pt idx="604">
                  <c:v>0.55572289156599997</c:v>
                </c:pt>
                <c:pt idx="605">
                  <c:v>0.55647590361400001</c:v>
                </c:pt>
                <c:pt idx="606">
                  <c:v>0.55647590361400001</c:v>
                </c:pt>
                <c:pt idx="607">
                  <c:v>0.55873493975900002</c:v>
                </c:pt>
                <c:pt idx="608">
                  <c:v>0.55873493975900002</c:v>
                </c:pt>
                <c:pt idx="609">
                  <c:v>0.55948795180699995</c:v>
                </c:pt>
                <c:pt idx="610">
                  <c:v>0.55948795180699995</c:v>
                </c:pt>
                <c:pt idx="611">
                  <c:v>0.560240963855</c:v>
                </c:pt>
                <c:pt idx="612">
                  <c:v>0.560240963855</c:v>
                </c:pt>
                <c:pt idx="613">
                  <c:v>0.56099397590400002</c:v>
                </c:pt>
                <c:pt idx="614">
                  <c:v>0.56099397590400002</c:v>
                </c:pt>
                <c:pt idx="615">
                  <c:v>0.56174698795199995</c:v>
                </c:pt>
                <c:pt idx="616">
                  <c:v>0.56174698795199995</c:v>
                </c:pt>
                <c:pt idx="617">
                  <c:v>0.5625</c:v>
                </c:pt>
                <c:pt idx="618">
                  <c:v>0.5625</c:v>
                </c:pt>
                <c:pt idx="619">
                  <c:v>0.56325301204800005</c:v>
                </c:pt>
                <c:pt idx="620">
                  <c:v>0.56325301204800005</c:v>
                </c:pt>
                <c:pt idx="621">
                  <c:v>0.56400602409599998</c:v>
                </c:pt>
                <c:pt idx="622">
                  <c:v>0.56400602409599998</c:v>
                </c:pt>
                <c:pt idx="623">
                  <c:v>0.564759036145</c:v>
                </c:pt>
                <c:pt idx="624">
                  <c:v>0.564759036145</c:v>
                </c:pt>
                <c:pt idx="625">
                  <c:v>0.56551204819300005</c:v>
                </c:pt>
                <c:pt idx="626">
                  <c:v>0.56551204819300005</c:v>
                </c:pt>
                <c:pt idx="627">
                  <c:v>0.56701807228900003</c:v>
                </c:pt>
                <c:pt idx="628">
                  <c:v>0.56701807228900003</c:v>
                </c:pt>
                <c:pt idx="629">
                  <c:v>0.56777108433699996</c:v>
                </c:pt>
                <c:pt idx="630">
                  <c:v>0.56777108433699996</c:v>
                </c:pt>
                <c:pt idx="631">
                  <c:v>0.56852409638599999</c:v>
                </c:pt>
                <c:pt idx="632">
                  <c:v>0.57003012048199997</c:v>
                </c:pt>
                <c:pt idx="633">
                  <c:v>0.57003012048199997</c:v>
                </c:pt>
                <c:pt idx="634">
                  <c:v>0.57003012048199997</c:v>
                </c:pt>
                <c:pt idx="635">
                  <c:v>0.57078313253000001</c:v>
                </c:pt>
                <c:pt idx="636">
                  <c:v>0.57078313253000001</c:v>
                </c:pt>
                <c:pt idx="637">
                  <c:v>0.57153614457799995</c:v>
                </c:pt>
                <c:pt idx="638">
                  <c:v>0.57153614457799995</c:v>
                </c:pt>
                <c:pt idx="639">
                  <c:v>0.57228915662699997</c:v>
                </c:pt>
                <c:pt idx="640">
                  <c:v>0.57228915662699997</c:v>
                </c:pt>
                <c:pt idx="641">
                  <c:v>0.57304216867500002</c:v>
                </c:pt>
                <c:pt idx="642">
                  <c:v>0.57304216867500002</c:v>
                </c:pt>
                <c:pt idx="643">
                  <c:v>0.57379518072299995</c:v>
                </c:pt>
                <c:pt idx="644">
                  <c:v>0.57379518072299995</c:v>
                </c:pt>
                <c:pt idx="645">
                  <c:v>0.574548192771</c:v>
                </c:pt>
                <c:pt idx="646">
                  <c:v>0.574548192771</c:v>
                </c:pt>
                <c:pt idx="647">
                  <c:v>0.57530120481900004</c:v>
                </c:pt>
                <c:pt idx="648">
                  <c:v>0.57530120481900004</c:v>
                </c:pt>
                <c:pt idx="649">
                  <c:v>0.57530120481900004</c:v>
                </c:pt>
                <c:pt idx="650">
                  <c:v>0.57530120481900004</c:v>
                </c:pt>
                <c:pt idx="651">
                  <c:v>0.576807228916</c:v>
                </c:pt>
                <c:pt idx="652">
                  <c:v>0.576807228916</c:v>
                </c:pt>
                <c:pt idx="653">
                  <c:v>0.576807228916</c:v>
                </c:pt>
                <c:pt idx="654">
                  <c:v>0.576807228916</c:v>
                </c:pt>
                <c:pt idx="655">
                  <c:v>0.57756024096400005</c:v>
                </c:pt>
                <c:pt idx="656">
                  <c:v>0.57756024096400005</c:v>
                </c:pt>
                <c:pt idx="657">
                  <c:v>0.57831325301199998</c:v>
                </c:pt>
                <c:pt idx="658">
                  <c:v>0.57831325301199998</c:v>
                </c:pt>
                <c:pt idx="659">
                  <c:v>0.57981927710799996</c:v>
                </c:pt>
                <c:pt idx="660">
                  <c:v>0.57981927710799996</c:v>
                </c:pt>
                <c:pt idx="661">
                  <c:v>0.58057228915699999</c:v>
                </c:pt>
                <c:pt idx="662">
                  <c:v>0.58132530120500003</c:v>
                </c:pt>
                <c:pt idx="663">
                  <c:v>0.58132530120500003</c:v>
                </c:pt>
                <c:pt idx="664">
                  <c:v>0.58207831325299997</c:v>
                </c:pt>
                <c:pt idx="665">
                  <c:v>0.58207831325299997</c:v>
                </c:pt>
                <c:pt idx="666">
                  <c:v>0.58283132530100001</c:v>
                </c:pt>
                <c:pt idx="667">
                  <c:v>0.58283132530100001</c:v>
                </c:pt>
                <c:pt idx="668">
                  <c:v>0.58358433734899995</c:v>
                </c:pt>
                <c:pt idx="669">
                  <c:v>0.58358433734899995</c:v>
                </c:pt>
                <c:pt idx="670">
                  <c:v>0.58433734939799997</c:v>
                </c:pt>
                <c:pt idx="671">
                  <c:v>0.58433734939799997</c:v>
                </c:pt>
                <c:pt idx="672">
                  <c:v>0.58509036144600002</c:v>
                </c:pt>
                <c:pt idx="673">
                  <c:v>0.58509036144600002</c:v>
                </c:pt>
                <c:pt idx="674">
                  <c:v>0.58509036144600002</c:v>
                </c:pt>
                <c:pt idx="675">
                  <c:v>0.58584337349399995</c:v>
                </c:pt>
                <c:pt idx="676">
                  <c:v>0.58584337349399995</c:v>
                </c:pt>
                <c:pt idx="677">
                  <c:v>0.586596385542</c:v>
                </c:pt>
                <c:pt idx="678">
                  <c:v>0.586596385542</c:v>
                </c:pt>
                <c:pt idx="679">
                  <c:v>0.58734939759000004</c:v>
                </c:pt>
                <c:pt idx="680">
                  <c:v>0.58734939759000004</c:v>
                </c:pt>
                <c:pt idx="681">
                  <c:v>0.58810240963899996</c:v>
                </c:pt>
                <c:pt idx="682">
                  <c:v>0.58810240963899996</c:v>
                </c:pt>
                <c:pt idx="683">
                  <c:v>0.588855421687</c:v>
                </c:pt>
                <c:pt idx="684">
                  <c:v>0.588855421687</c:v>
                </c:pt>
                <c:pt idx="685">
                  <c:v>0.59036144578299998</c:v>
                </c:pt>
                <c:pt idx="686">
                  <c:v>0.59036144578299998</c:v>
                </c:pt>
                <c:pt idx="687">
                  <c:v>0.59036144578299998</c:v>
                </c:pt>
                <c:pt idx="688">
                  <c:v>0.59036144578299998</c:v>
                </c:pt>
                <c:pt idx="689">
                  <c:v>0.59337349397600003</c:v>
                </c:pt>
                <c:pt idx="690">
                  <c:v>0.59337349397600003</c:v>
                </c:pt>
                <c:pt idx="691">
                  <c:v>0.59563253011999995</c:v>
                </c:pt>
                <c:pt idx="692">
                  <c:v>0.59563253011999995</c:v>
                </c:pt>
                <c:pt idx="693">
                  <c:v>0.59638554216899997</c:v>
                </c:pt>
                <c:pt idx="694">
                  <c:v>0.59638554216899997</c:v>
                </c:pt>
                <c:pt idx="695">
                  <c:v>0.59713855421700002</c:v>
                </c:pt>
                <c:pt idx="696">
                  <c:v>0.59713855421700002</c:v>
                </c:pt>
                <c:pt idx="697">
                  <c:v>0.59789156626499995</c:v>
                </c:pt>
                <c:pt idx="698">
                  <c:v>0.59789156626499995</c:v>
                </c:pt>
                <c:pt idx="699">
                  <c:v>0.598644578313</c:v>
                </c:pt>
                <c:pt idx="700">
                  <c:v>0.598644578313</c:v>
                </c:pt>
                <c:pt idx="701">
                  <c:v>0.59939759036100004</c:v>
                </c:pt>
                <c:pt idx="702">
                  <c:v>0.59939759036100004</c:v>
                </c:pt>
                <c:pt idx="703">
                  <c:v>0.60165662650600005</c:v>
                </c:pt>
                <c:pt idx="704">
                  <c:v>0.60165662650600005</c:v>
                </c:pt>
                <c:pt idx="705">
                  <c:v>0.60240963855399998</c:v>
                </c:pt>
                <c:pt idx="706">
                  <c:v>0.60240963855399998</c:v>
                </c:pt>
                <c:pt idx="707">
                  <c:v>0.60316265060200003</c:v>
                </c:pt>
                <c:pt idx="708">
                  <c:v>0.60316265060200003</c:v>
                </c:pt>
                <c:pt idx="709">
                  <c:v>0.60391566265100005</c:v>
                </c:pt>
                <c:pt idx="710">
                  <c:v>0.60391566265100005</c:v>
                </c:pt>
                <c:pt idx="711">
                  <c:v>0.60466867469899999</c:v>
                </c:pt>
                <c:pt idx="712">
                  <c:v>0.60466867469899999</c:v>
                </c:pt>
                <c:pt idx="713">
                  <c:v>0.60542168674700003</c:v>
                </c:pt>
                <c:pt idx="714">
                  <c:v>0.60542168674700003</c:v>
                </c:pt>
                <c:pt idx="715">
                  <c:v>0.60692771084300001</c:v>
                </c:pt>
                <c:pt idx="716">
                  <c:v>0.60692771084300001</c:v>
                </c:pt>
                <c:pt idx="717">
                  <c:v>0.60843373493999997</c:v>
                </c:pt>
                <c:pt idx="718">
                  <c:v>0.60843373493999997</c:v>
                </c:pt>
                <c:pt idx="719">
                  <c:v>0.60918674698800002</c:v>
                </c:pt>
                <c:pt idx="720">
                  <c:v>0.60918674698800002</c:v>
                </c:pt>
                <c:pt idx="721">
                  <c:v>0.60993975903599995</c:v>
                </c:pt>
                <c:pt idx="722">
                  <c:v>0.60993975903599995</c:v>
                </c:pt>
                <c:pt idx="723">
                  <c:v>0.610692771084</c:v>
                </c:pt>
                <c:pt idx="724">
                  <c:v>0.610692771084</c:v>
                </c:pt>
                <c:pt idx="725">
                  <c:v>0.61219879518099996</c:v>
                </c:pt>
                <c:pt idx="726">
                  <c:v>0.61219879518099996</c:v>
                </c:pt>
                <c:pt idx="727">
                  <c:v>0.612951807229</c:v>
                </c:pt>
                <c:pt idx="728">
                  <c:v>0.612951807229</c:v>
                </c:pt>
                <c:pt idx="729">
                  <c:v>0.61370481927700005</c:v>
                </c:pt>
                <c:pt idx="730">
                  <c:v>0.61370481927700005</c:v>
                </c:pt>
                <c:pt idx="731">
                  <c:v>0.61445783132499998</c:v>
                </c:pt>
                <c:pt idx="732">
                  <c:v>0.61445783132499998</c:v>
                </c:pt>
                <c:pt idx="733">
                  <c:v>0.61521084337300003</c:v>
                </c:pt>
                <c:pt idx="734">
                  <c:v>0.61521084337300003</c:v>
                </c:pt>
                <c:pt idx="735">
                  <c:v>0.61596385542200005</c:v>
                </c:pt>
                <c:pt idx="736">
                  <c:v>0.61596385542200005</c:v>
                </c:pt>
                <c:pt idx="737">
                  <c:v>0.61671686746999999</c:v>
                </c:pt>
                <c:pt idx="738">
                  <c:v>0.61671686746999999</c:v>
                </c:pt>
                <c:pt idx="739">
                  <c:v>0.61822289156599997</c:v>
                </c:pt>
                <c:pt idx="740">
                  <c:v>0.61822289156599997</c:v>
                </c:pt>
                <c:pt idx="741">
                  <c:v>0.61897590361400001</c:v>
                </c:pt>
                <c:pt idx="742">
                  <c:v>0.61897590361400001</c:v>
                </c:pt>
                <c:pt idx="743">
                  <c:v>0.61972891566300004</c:v>
                </c:pt>
                <c:pt idx="744">
                  <c:v>0.61972891566300004</c:v>
                </c:pt>
                <c:pt idx="745">
                  <c:v>0.62048192771099997</c:v>
                </c:pt>
                <c:pt idx="746">
                  <c:v>0.62048192771099997</c:v>
                </c:pt>
                <c:pt idx="747">
                  <c:v>0.62123493975900002</c:v>
                </c:pt>
                <c:pt idx="748">
                  <c:v>0.62123493975900002</c:v>
                </c:pt>
                <c:pt idx="749">
                  <c:v>0.62198795180699995</c:v>
                </c:pt>
                <c:pt idx="750">
                  <c:v>0.62198795180699995</c:v>
                </c:pt>
                <c:pt idx="751">
                  <c:v>0.622740963855</c:v>
                </c:pt>
                <c:pt idx="752">
                  <c:v>0.622740963855</c:v>
                </c:pt>
                <c:pt idx="753">
                  <c:v>0.62349397590400002</c:v>
                </c:pt>
                <c:pt idx="754">
                  <c:v>0.62349397590400002</c:v>
                </c:pt>
                <c:pt idx="755">
                  <c:v>0.62424698795199995</c:v>
                </c:pt>
                <c:pt idx="756">
                  <c:v>0.62424698795199995</c:v>
                </c:pt>
                <c:pt idx="757">
                  <c:v>0.625</c:v>
                </c:pt>
                <c:pt idx="758">
                  <c:v>0.625</c:v>
                </c:pt>
                <c:pt idx="759">
                  <c:v>0.62575301204800005</c:v>
                </c:pt>
                <c:pt idx="760">
                  <c:v>0.62575301204800005</c:v>
                </c:pt>
                <c:pt idx="761">
                  <c:v>0.62650602409599998</c:v>
                </c:pt>
                <c:pt idx="762">
                  <c:v>0.62650602409599998</c:v>
                </c:pt>
                <c:pt idx="763">
                  <c:v>0.627259036145</c:v>
                </c:pt>
                <c:pt idx="764">
                  <c:v>0.627259036145</c:v>
                </c:pt>
                <c:pt idx="765">
                  <c:v>0.62801204819300005</c:v>
                </c:pt>
                <c:pt idx="766">
                  <c:v>0.62801204819300005</c:v>
                </c:pt>
                <c:pt idx="767">
                  <c:v>0.62876506024099998</c:v>
                </c:pt>
                <c:pt idx="768">
                  <c:v>0.62876506024099998</c:v>
                </c:pt>
                <c:pt idx="769">
                  <c:v>0.62951807228900003</c:v>
                </c:pt>
                <c:pt idx="770">
                  <c:v>0.62951807228900003</c:v>
                </c:pt>
                <c:pt idx="771">
                  <c:v>0.63027108433699996</c:v>
                </c:pt>
                <c:pt idx="772">
                  <c:v>0.63027108433699996</c:v>
                </c:pt>
                <c:pt idx="773">
                  <c:v>0.63102409638599999</c:v>
                </c:pt>
                <c:pt idx="774">
                  <c:v>0.63102409638599999</c:v>
                </c:pt>
                <c:pt idx="775">
                  <c:v>0.63177710843400003</c:v>
                </c:pt>
                <c:pt idx="776">
                  <c:v>0.63177710843400003</c:v>
                </c:pt>
                <c:pt idx="777">
                  <c:v>0.63253012048199997</c:v>
                </c:pt>
                <c:pt idx="778">
                  <c:v>0.63253012048199997</c:v>
                </c:pt>
                <c:pt idx="779">
                  <c:v>0.63328313253000001</c:v>
                </c:pt>
                <c:pt idx="780">
                  <c:v>0.63328313253000001</c:v>
                </c:pt>
                <c:pt idx="781">
                  <c:v>0.63478915662699997</c:v>
                </c:pt>
                <c:pt idx="782">
                  <c:v>0.63478915662699997</c:v>
                </c:pt>
                <c:pt idx="783">
                  <c:v>0.63554216867500002</c:v>
                </c:pt>
                <c:pt idx="784">
                  <c:v>0.63554216867500002</c:v>
                </c:pt>
                <c:pt idx="785">
                  <c:v>0.63629518072299995</c:v>
                </c:pt>
                <c:pt idx="786">
                  <c:v>0.63629518072299995</c:v>
                </c:pt>
                <c:pt idx="787">
                  <c:v>0.637048192771</c:v>
                </c:pt>
                <c:pt idx="788">
                  <c:v>0.637048192771</c:v>
                </c:pt>
                <c:pt idx="789">
                  <c:v>0.63780120481900004</c:v>
                </c:pt>
                <c:pt idx="790">
                  <c:v>0.63780120481900004</c:v>
                </c:pt>
                <c:pt idx="791">
                  <c:v>0.63855421686699998</c:v>
                </c:pt>
                <c:pt idx="792">
                  <c:v>0.63855421686699998</c:v>
                </c:pt>
                <c:pt idx="793">
                  <c:v>0.639307228916</c:v>
                </c:pt>
                <c:pt idx="794">
                  <c:v>0.639307228916</c:v>
                </c:pt>
                <c:pt idx="795">
                  <c:v>0.64006024096400005</c:v>
                </c:pt>
                <c:pt idx="796">
                  <c:v>0.64006024096400005</c:v>
                </c:pt>
                <c:pt idx="797">
                  <c:v>0.64081325301199998</c:v>
                </c:pt>
                <c:pt idx="798">
                  <c:v>0.64081325301199998</c:v>
                </c:pt>
                <c:pt idx="799">
                  <c:v>0.64156626506000003</c:v>
                </c:pt>
                <c:pt idx="800">
                  <c:v>0.64156626506000003</c:v>
                </c:pt>
                <c:pt idx="801">
                  <c:v>0.64231927710799996</c:v>
                </c:pt>
                <c:pt idx="802">
                  <c:v>0.64231927710799996</c:v>
                </c:pt>
                <c:pt idx="803">
                  <c:v>0.64382530120500003</c:v>
                </c:pt>
                <c:pt idx="804">
                  <c:v>0.64382530120500003</c:v>
                </c:pt>
                <c:pt idx="805">
                  <c:v>0.64457831325299997</c:v>
                </c:pt>
                <c:pt idx="806">
                  <c:v>0.64457831325299997</c:v>
                </c:pt>
                <c:pt idx="807">
                  <c:v>0.64533132530100001</c:v>
                </c:pt>
                <c:pt idx="808">
                  <c:v>0.64533132530100001</c:v>
                </c:pt>
                <c:pt idx="809">
                  <c:v>0.64608433734899995</c:v>
                </c:pt>
                <c:pt idx="810">
                  <c:v>0.64608433734899995</c:v>
                </c:pt>
                <c:pt idx="811">
                  <c:v>0.64683734939799997</c:v>
                </c:pt>
                <c:pt idx="812">
                  <c:v>0.64683734939799997</c:v>
                </c:pt>
                <c:pt idx="813">
                  <c:v>0.64759036144600002</c:v>
                </c:pt>
                <c:pt idx="814">
                  <c:v>0.64759036144600002</c:v>
                </c:pt>
                <c:pt idx="815">
                  <c:v>0.64834337349399995</c:v>
                </c:pt>
                <c:pt idx="816">
                  <c:v>0.64834337349399995</c:v>
                </c:pt>
                <c:pt idx="817">
                  <c:v>0.65060240963899996</c:v>
                </c:pt>
                <c:pt idx="818">
                  <c:v>0.65060240963899996</c:v>
                </c:pt>
                <c:pt idx="819">
                  <c:v>0.65210843373500005</c:v>
                </c:pt>
                <c:pt idx="820">
                  <c:v>0.65210843373500005</c:v>
                </c:pt>
                <c:pt idx="821">
                  <c:v>0.65286144578299998</c:v>
                </c:pt>
                <c:pt idx="822">
                  <c:v>0.65286144578299998</c:v>
                </c:pt>
                <c:pt idx="823">
                  <c:v>0.65361445783100003</c:v>
                </c:pt>
                <c:pt idx="824">
                  <c:v>0.65361445783100003</c:v>
                </c:pt>
                <c:pt idx="825">
                  <c:v>0.65436746988000005</c:v>
                </c:pt>
                <c:pt idx="826">
                  <c:v>0.65436746988000005</c:v>
                </c:pt>
                <c:pt idx="827">
                  <c:v>0.65587349397600003</c:v>
                </c:pt>
                <c:pt idx="828">
                  <c:v>0.65587349397600003</c:v>
                </c:pt>
                <c:pt idx="829">
                  <c:v>0.65662650602399997</c:v>
                </c:pt>
                <c:pt idx="830">
                  <c:v>0.65662650602399997</c:v>
                </c:pt>
                <c:pt idx="831">
                  <c:v>0.65737951807200001</c:v>
                </c:pt>
                <c:pt idx="832">
                  <c:v>0.65737951807200001</c:v>
                </c:pt>
                <c:pt idx="833">
                  <c:v>0.65813253011999995</c:v>
                </c:pt>
                <c:pt idx="834">
                  <c:v>0.65813253011999995</c:v>
                </c:pt>
                <c:pt idx="835">
                  <c:v>0.65888554216899997</c:v>
                </c:pt>
                <c:pt idx="836">
                  <c:v>0.65888554216899997</c:v>
                </c:pt>
                <c:pt idx="837">
                  <c:v>0.661144578313</c:v>
                </c:pt>
                <c:pt idx="838">
                  <c:v>0.661144578313</c:v>
                </c:pt>
                <c:pt idx="839">
                  <c:v>0.66189759036100004</c:v>
                </c:pt>
                <c:pt idx="840">
                  <c:v>0.66189759036100004</c:v>
                </c:pt>
                <c:pt idx="841">
                  <c:v>0.66265060240999996</c:v>
                </c:pt>
                <c:pt idx="842">
                  <c:v>0.66265060240999996</c:v>
                </c:pt>
                <c:pt idx="843">
                  <c:v>0.663403614458</c:v>
                </c:pt>
                <c:pt idx="844">
                  <c:v>0.663403614458</c:v>
                </c:pt>
                <c:pt idx="845">
                  <c:v>0.66415662650600005</c:v>
                </c:pt>
                <c:pt idx="846">
                  <c:v>0.66415662650600005</c:v>
                </c:pt>
                <c:pt idx="847">
                  <c:v>0.66490963855399998</c:v>
                </c:pt>
                <c:pt idx="848">
                  <c:v>0.66490963855399998</c:v>
                </c:pt>
                <c:pt idx="849">
                  <c:v>0.66566265060200003</c:v>
                </c:pt>
                <c:pt idx="850">
                  <c:v>0.66566265060200003</c:v>
                </c:pt>
                <c:pt idx="851">
                  <c:v>0.66641566265100005</c:v>
                </c:pt>
                <c:pt idx="852">
                  <c:v>0.66641566265100005</c:v>
                </c:pt>
                <c:pt idx="853">
                  <c:v>0.66716867469899999</c:v>
                </c:pt>
                <c:pt idx="854">
                  <c:v>0.66716867469899999</c:v>
                </c:pt>
                <c:pt idx="855">
                  <c:v>0.66792168674700003</c:v>
                </c:pt>
                <c:pt idx="856">
                  <c:v>0.66792168674700003</c:v>
                </c:pt>
                <c:pt idx="857">
                  <c:v>0.66867469879499997</c:v>
                </c:pt>
                <c:pt idx="858">
                  <c:v>0.66867469879499997</c:v>
                </c:pt>
                <c:pt idx="859">
                  <c:v>0.67093373493999997</c:v>
                </c:pt>
                <c:pt idx="860">
                  <c:v>0.67093373493999997</c:v>
                </c:pt>
                <c:pt idx="861">
                  <c:v>0.67168674698800002</c:v>
                </c:pt>
                <c:pt idx="862">
                  <c:v>0.67168674698800002</c:v>
                </c:pt>
                <c:pt idx="863">
                  <c:v>0.67243975903599995</c:v>
                </c:pt>
                <c:pt idx="864">
                  <c:v>0.67243975903599995</c:v>
                </c:pt>
                <c:pt idx="865">
                  <c:v>0.673192771084</c:v>
                </c:pt>
                <c:pt idx="866">
                  <c:v>0.673192771084</c:v>
                </c:pt>
                <c:pt idx="867">
                  <c:v>0.67394578313300002</c:v>
                </c:pt>
                <c:pt idx="868">
                  <c:v>0.67394578313300002</c:v>
                </c:pt>
                <c:pt idx="869">
                  <c:v>0.67469879518099996</c:v>
                </c:pt>
                <c:pt idx="870">
                  <c:v>0.67469879518099996</c:v>
                </c:pt>
                <c:pt idx="871">
                  <c:v>0.675451807229</c:v>
                </c:pt>
                <c:pt idx="872">
                  <c:v>0.675451807229</c:v>
                </c:pt>
                <c:pt idx="873">
                  <c:v>0.67620481927700005</c:v>
                </c:pt>
                <c:pt idx="874">
                  <c:v>0.67620481927700005</c:v>
                </c:pt>
                <c:pt idx="875">
                  <c:v>0.67695783132499998</c:v>
                </c:pt>
                <c:pt idx="876">
                  <c:v>0.67695783132499998</c:v>
                </c:pt>
                <c:pt idx="877">
                  <c:v>0.67846385542200005</c:v>
                </c:pt>
                <c:pt idx="878">
                  <c:v>0.67846385542200005</c:v>
                </c:pt>
                <c:pt idx="879">
                  <c:v>0.67921686746999999</c:v>
                </c:pt>
                <c:pt idx="880">
                  <c:v>0.67921686746999999</c:v>
                </c:pt>
                <c:pt idx="881">
                  <c:v>0.67996987951800003</c:v>
                </c:pt>
                <c:pt idx="882">
                  <c:v>0.67996987951800003</c:v>
                </c:pt>
                <c:pt idx="883">
                  <c:v>0.68072289156599997</c:v>
                </c:pt>
                <c:pt idx="884">
                  <c:v>0.68072289156599997</c:v>
                </c:pt>
                <c:pt idx="885">
                  <c:v>0.68147590361400001</c:v>
                </c:pt>
                <c:pt idx="886">
                  <c:v>0.68147590361400001</c:v>
                </c:pt>
                <c:pt idx="887">
                  <c:v>0.68222891566300004</c:v>
                </c:pt>
                <c:pt idx="888">
                  <c:v>0.68222891566300004</c:v>
                </c:pt>
                <c:pt idx="889">
                  <c:v>0.68298192771099997</c:v>
                </c:pt>
                <c:pt idx="890">
                  <c:v>0.68298192771099997</c:v>
                </c:pt>
                <c:pt idx="891">
                  <c:v>0.68373493975900002</c:v>
                </c:pt>
                <c:pt idx="892">
                  <c:v>0.68373493975900002</c:v>
                </c:pt>
                <c:pt idx="893">
                  <c:v>0.685240963855</c:v>
                </c:pt>
                <c:pt idx="894">
                  <c:v>0.685240963855</c:v>
                </c:pt>
                <c:pt idx="895">
                  <c:v>0.68599397590400002</c:v>
                </c:pt>
                <c:pt idx="896">
                  <c:v>0.68599397590400002</c:v>
                </c:pt>
                <c:pt idx="897">
                  <c:v>0.68674698795199995</c:v>
                </c:pt>
                <c:pt idx="898">
                  <c:v>0.68674698795199995</c:v>
                </c:pt>
                <c:pt idx="899">
                  <c:v>0.6875</c:v>
                </c:pt>
                <c:pt idx="900">
                  <c:v>0.6875</c:v>
                </c:pt>
                <c:pt idx="901">
                  <c:v>0.68825301204800005</c:v>
                </c:pt>
                <c:pt idx="902">
                  <c:v>0.68825301204800005</c:v>
                </c:pt>
                <c:pt idx="903">
                  <c:v>0.68900602409599998</c:v>
                </c:pt>
                <c:pt idx="904">
                  <c:v>0.68900602409599998</c:v>
                </c:pt>
                <c:pt idx="905">
                  <c:v>0.68900602409599998</c:v>
                </c:pt>
                <c:pt idx="906">
                  <c:v>0.68900602409599998</c:v>
                </c:pt>
                <c:pt idx="907">
                  <c:v>0.69051204819300005</c:v>
                </c:pt>
                <c:pt idx="908">
                  <c:v>0.69051204819300005</c:v>
                </c:pt>
                <c:pt idx="909">
                  <c:v>0.69126506024099998</c:v>
                </c:pt>
                <c:pt idx="910">
                  <c:v>0.69126506024099998</c:v>
                </c:pt>
                <c:pt idx="911">
                  <c:v>0.69201807228900003</c:v>
                </c:pt>
                <c:pt idx="912">
                  <c:v>0.69201807228900003</c:v>
                </c:pt>
                <c:pt idx="913">
                  <c:v>0.69277108433699996</c:v>
                </c:pt>
                <c:pt idx="914">
                  <c:v>0.69277108433699996</c:v>
                </c:pt>
                <c:pt idx="915">
                  <c:v>0.69352409638599999</c:v>
                </c:pt>
                <c:pt idx="916">
                  <c:v>0.69352409638599999</c:v>
                </c:pt>
                <c:pt idx="917">
                  <c:v>0.69503012048199997</c:v>
                </c:pt>
                <c:pt idx="918">
                  <c:v>0.69503012048199997</c:v>
                </c:pt>
                <c:pt idx="919">
                  <c:v>0.69578313253000001</c:v>
                </c:pt>
                <c:pt idx="920">
                  <c:v>0.69578313253000001</c:v>
                </c:pt>
                <c:pt idx="921">
                  <c:v>0.69653614457799995</c:v>
                </c:pt>
                <c:pt idx="922">
                  <c:v>0.69653614457799995</c:v>
                </c:pt>
                <c:pt idx="923">
                  <c:v>0.69728915662699997</c:v>
                </c:pt>
                <c:pt idx="924">
                  <c:v>0.69728915662699997</c:v>
                </c:pt>
                <c:pt idx="925">
                  <c:v>0.69804216867500002</c:v>
                </c:pt>
                <c:pt idx="926">
                  <c:v>0.69804216867500002</c:v>
                </c:pt>
                <c:pt idx="927">
                  <c:v>0.69879518072299995</c:v>
                </c:pt>
                <c:pt idx="928">
                  <c:v>0.69879518072299995</c:v>
                </c:pt>
                <c:pt idx="929">
                  <c:v>0.699548192771</c:v>
                </c:pt>
                <c:pt idx="930">
                  <c:v>0.699548192771</c:v>
                </c:pt>
                <c:pt idx="931">
                  <c:v>0.70030120481900004</c:v>
                </c:pt>
                <c:pt idx="932">
                  <c:v>0.70030120481900004</c:v>
                </c:pt>
                <c:pt idx="933">
                  <c:v>0.70105421686699998</c:v>
                </c:pt>
                <c:pt idx="934">
                  <c:v>0.70105421686699998</c:v>
                </c:pt>
                <c:pt idx="935">
                  <c:v>0.701807228916</c:v>
                </c:pt>
                <c:pt idx="936">
                  <c:v>0.701807228916</c:v>
                </c:pt>
                <c:pt idx="937">
                  <c:v>0.70256024096400005</c:v>
                </c:pt>
                <c:pt idx="938">
                  <c:v>0.70256024096400005</c:v>
                </c:pt>
                <c:pt idx="939">
                  <c:v>0.70331325301199998</c:v>
                </c:pt>
                <c:pt idx="940">
                  <c:v>0.70331325301199998</c:v>
                </c:pt>
                <c:pt idx="941">
                  <c:v>0.70406626506000003</c:v>
                </c:pt>
                <c:pt idx="942">
                  <c:v>0.70406626506000003</c:v>
                </c:pt>
                <c:pt idx="943">
                  <c:v>0.70481927710799996</c:v>
                </c:pt>
                <c:pt idx="944">
                  <c:v>0.70481927710799996</c:v>
                </c:pt>
                <c:pt idx="945">
                  <c:v>0.70557228915699999</c:v>
                </c:pt>
                <c:pt idx="946">
                  <c:v>0.70557228915699999</c:v>
                </c:pt>
                <c:pt idx="947">
                  <c:v>0.70632530120500003</c:v>
                </c:pt>
                <c:pt idx="948">
                  <c:v>0.70632530120500003</c:v>
                </c:pt>
                <c:pt idx="949">
                  <c:v>0.70707831325299997</c:v>
                </c:pt>
                <c:pt idx="950">
                  <c:v>0.70707831325299997</c:v>
                </c:pt>
                <c:pt idx="951">
                  <c:v>0.70783132530100001</c:v>
                </c:pt>
                <c:pt idx="952">
                  <c:v>0.70783132530100001</c:v>
                </c:pt>
                <c:pt idx="953">
                  <c:v>0.70858433734899995</c:v>
                </c:pt>
                <c:pt idx="954">
                  <c:v>0.70858433734899995</c:v>
                </c:pt>
                <c:pt idx="955">
                  <c:v>0.70933734939799997</c:v>
                </c:pt>
                <c:pt idx="956">
                  <c:v>0.70933734939799997</c:v>
                </c:pt>
                <c:pt idx="957">
                  <c:v>0.71009036144600002</c:v>
                </c:pt>
                <c:pt idx="958">
                  <c:v>0.71009036144600002</c:v>
                </c:pt>
                <c:pt idx="959">
                  <c:v>0.71084337349399995</c:v>
                </c:pt>
                <c:pt idx="960">
                  <c:v>0.71084337349399995</c:v>
                </c:pt>
                <c:pt idx="961">
                  <c:v>0.711596385542</c:v>
                </c:pt>
                <c:pt idx="962">
                  <c:v>0.711596385542</c:v>
                </c:pt>
                <c:pt idx="963">
                  <c:v>0.71234939759000004</c:v>
                </c:pt>
                <c:pt idx="964">
                  <c:v>0.71234939759000004</c:v>
                </c:pt>
                <c:pt idx="965">
                  <c:v>0.71310240963899996</c:v>
                </c:pt>
                <c:pt idx="966">
                  <c:v>0.71310240963899996</c:v>
                </c:pt>
                <c:pt idx="967">
                  <c:v>0.713855421687</c:v>
                </c:pt>
                <c:pt idx="968">
                  <c:v>0.713855421687</c:v>
                </c:pt>
                <c:pt idx="969">
                  <c:v>0.71460843373500005</c:v>
                </c:pt>
                <c:pt idx="970">
                  <c:v>0.71460843373500005</c:v>
                </c:pt>
                <c:pt idx="971">
                  <c:v>0.71536144578299998</c:v>
                </c:pt>
                <c:pt idx="972">
                  <c:v>0.71536144578299998</c:v>
                </c:pt>
                <c:pt idx="973">
                  <c:v>0.71611445783100003</c:v>
                </c:pt>
                <c:pt idx="974">
                  <c:v>0.71611445783100003</c:v>
                </c:pt>
                <c:pt idx="975">
                  <c:v>0.71686746988000005</c:v>
                </c:pt>
                <c:pt idx="976">
                  <c:v>0.71686746988000005</c:v>
                </c:pt>
                <c:pt idx="977">
                  <c:v>0.71762048192799999</c:v>
                </c:pt>
                <c:pt idx="978">
                  <c:v>0.71762048192799999</c:v>
                </c:pt>
                <c:pt idx="979">
                  <c:v>0.71837349397600003</c:v>
                </c:pt>
                <c:pt idx="980">
                  <c:v>0.71837349397600003</c:v>
                </c:pt>
                <c:pt idx="981">
                  <c:v>0.71987951807200001</c:v>
                </c:pt>
                <c:pt idx="982">
                  <c:v>0.71987951807200001</c:v>
                </c:pt>
                <c:pt idx="983">
                  <c:v>0.72063253011999995</c:v>
                </c:pt>
                <c:pt idx="984">
                  <c:v>0.72063253011999995</c:v>
                </c:pt>
                <c:pt idx="985">
                  <c:v>0.72138554216899997</c:v>
                </c:pt>
                <c:pt idx="986">
                  <c:v>0.72138554216899997</c:v>
                </c:pt>
                <c:pt idx="987">
                  <c:v>0.72213855421700002</c:v>
                </c:pt>
                <c:pt idx="988">
                  <c:v>0.72213855421700002</c:v>
                </c:pt>
                <c:pt idx="989">
                  <c:v>0.72289156626499995</c:v>
                </c:pt>
                <c:pt idx="990">
                  <c:v>0.72289156626499995</c:v>
                </c:pt>
                <c:pt idx="991">
                  <c:v>0.723644578313</c:v>
                </c:pt>
                <c:pt idx="992">
                  <c:v>0.723644578313</c:v>
                </c:pt>
                <c:pt idx="993">
                  <c:v>0.72816265060200003</c:v>
                </c:pt>
                <c:pt idx="994">
                  <c:v>0.72816265060200003</c:v>
                </c:pt>
                <c:pt idx="995">
                  <c:v>0.72891566265100005</c:v>
                </c:pt>
                <c:pt idx="996">
                  <c:v>0.72891566265100005</c:v>
                </c:pt>
                <c:pt idx="997">
                  <c:v>0.73042168674700003</c:v>
                </c:pt>
                <c:pt idx="998">
                  <c:v>0.73042168674700003</c:v>
                </c:pt>
                <c:pt idx="999">
                  <c:v>0.73117469879499997</c:v>
                </c:pt>
                <c:pt idx="1000">
                  <c:v>0.73117469879499997</c:v>
                </c:pt>
                <c:pt idx="1001">
                  <c:v>0.73192771084300001</c:v>
                </c:pt>
                <c:pt idx="1002">
                  <c:v>0.73192771084300001</c:v>
                </c:pt>
                <c:pt idx="1003">
                  <c:v>0.73268072289200004</c:v>
                </c:pt>
                <c:pt idx="1004">
                  <c:v>0.73268072289200004</c:v>
                </c:pt>
                <c:pt idx="1005">
                  <c:v>0.73343373493999997</c:v>
                </c:pt>
                <c:pt idx="1006">
                  <c:v>0.73343373493999997</c:v>
                </c:pt>
                <c:pt idx="1007">
                  <c:v>0.73418674698800002</c:v>
                </c:pt>
                <c:pt idx="1008">
                  <c:v>0.73418674698800002</c:v>
                </c:pt>
                <c:pt idx="1009">
                  <c:v>0.73493975903599995</c:v>
                </c:pt>
                <c:pt idx="1010">
                  <c:v>0.73493975903599995</c:v>
                </c:pt>
                <c:pt idx="1011">
                  <c:v>0.73644578313300002</c:v>
                </c:pt>
                <c:pt idx="1012">
                  <c:v>0.73644578313300002</c:v>
                </c:pt>
                <c:pt idx="1013">
                  <c:v>0.73719879518099996</c:v>
                </c:pt>
                <c:pt idx="1014">
                  <c:v>0.73719879518099996</c:v>
                </c:pt>
                <c:pt idx="1015">
                  <c:v>0.73870481927700005</c:v>
                </c:pt>
                <c:pt idx="1016">
                  <c:v>0.73870481927700005</c:v>
                </c:pt>
                <c:pt idx="1017">
                  <c:v>0.73945783132499998</c:v>
                </c:pt>
                <c:pt idx="1018">
                  <c:v>0.73945783132499998</c:v>
                </c:pt>
                <c:pt idx="1019">
                  <c:v>0.74021084337300003</c:v>
                </c:pt>
                <c:pt idx="1020">
                  <c:v>0.74021084337300003</c:v>
                </c:pt>
                <c:pt idx="1021">
                  <c:v>0.74171686746999999</c:v>
                </c:pt>
                <c:pt idx="1022">
                  <c:v>0.74171686746999999</c:v>
                </c:pt>
                <c:pt idx="1023">
                  <c:v>0.74322289156599997</c:v>
                </c:pt>
                <c:pt idx="1024">
                  <c:v>0.74322289156599997</c:v>
                </c:pt>
                <c:pt idx="1025">
                  <c:v>0.74397590361400001</c:v>
                </c:pt>
                <c:pt idx="1026">
                  <c:v>0.74397590361400001</c:v>
                </c:pt>
                <c:pt idx="1027">
                  <c:v>0.74548192771099997</c:v>
                </c:pt>
                <c:pt idx="1028">
                  <c:v>0.74548192771099997</c:v>
                </c:pt>
                <c:pt idx="1029">
                  <c:v>0.74623493975900002</c:v>
                </c:pt>
                <c:pt idx="1030">
                  <c:v>0.74623493975900002</c:v>
                </c:pt>
                <c:pt idx="1031">
                  <c:v>0.747740963855</c:v>
                </c:pt>
                <c:pt idx="1032">
                  <c:v>0.747740963855</c:v>
                </c:pt>
                <c:pt idx="1033">
                  <c:v>0.74849397590400002</c:v>
                </c:pt>
                <c:pt idx="1034">
                  <c:v>0.74849397590400002</c:v>
                </c:pt>
                <c:pt idx="1035">
                  <c:v>0.75</c:v>
                </c:pt>
                <c:pt idx="1036">
                  <c:v>0.75</c:v>
                </c:pt>
                <c:pt idx="1037">
                  <c:v>0.75</c:v>
                </c:pt>
                <c:pt idx="1038">
                  <c:v>0.75075301204800005</c:v>
                </c:pt>
                <c:pt idx="1039">
                  <c:v>0.75075301204800005</c:v>
                </c:pt>
                <c:pt idx="1040">
                  <c:v>0.75150602409599998</c:v>
                </c:pt>
                <c:pt idx="1041">
                  <c:v>0.75150602409599998</c:v>
                </c:pt>
                <c:pt idx="1042">
                  <c:v>0.752259036145</c:v>
                </c:pt>
                <c:pt idx="1043">
                  <c:v>0.752259036145</c:v>
                </c:pt>
                <c:pt idx="1044">
                  <c:v>0.75376506024099998</c:v>
                </c:pt>
                <c:pt idx="1045">
                  <c:v>0.75376506024099998</c:v>
                </c:pt>
                <c:pt idx="1046">
                  <c:v>0.75451807228900003</c:v>
                </c:pt>
                <c:pt idx="1047">
                  <c:v>0.75451807228900003</c:v>
                </c:pt>
                <c:pt idx="1048">
                  <c:v>0.75527108433699996</c:v>
                </c:pt>
                <c:pt idx="1049">
                  <c:v>0.75527108433699996</c:v>
                </c:pt>
                <c:pt idx="1050">
                  <c:v>0.75602409638599999</c:v>
                </c:pt>
                <c:pt idx="1051">
                  <c:v>0.75602409638599999</c:v>
                </c:pt>
                <c:pt idx="1052">
                  <c:v>0.75677710843400003</c:v>
                </c:pt>
                <c:pt idx="1053">
                  <c:v>0.75677710843400003</c:v>
                </c:pt>
                <c:pt idx="1054">
                  <c:v>0.75753012048199997</c:v>
                </c:pt>
                <c:pt idx="1055">
                  <c:v>0.75753012048199997</c:v>
                </c:pt>
                <c:pt idx="1056">
                  <c:v>0.75828313253000001</c:v>
                </c:pt>
                <c:pt idx="1057">
                  <c:v>0.75828313253000001</c:v>
                </c:pt>
                <c:pt idx="1058">
                  <c:v>0.75903614457799995</c:v>
                </c:pt>
                <c:pt idx="1059">
                  <c:v>0.75903614457799995</c:v>
                </c:pt>
                <c:pt idx="1060">
                  <c:v>0.75978915662699997</c:v>
                </c:pt>
                <c:pt idx="1061">
                  <c:v>0.75978915662699997</c:v>
                </c:pt>
                <c:pt idx="1062">
                  <c:v>0.76054216867500002</c:v>
                </c:pt>
                <c:pt idx="1063">
                  <c:v>0.76054216867500002</c:v>
                </c:pt>
                <c:pt idx="1064">
                  <c:v>0.76129518072299995</c:v>
                </c:pt>
                <c:pt idx="1065">
                  <c:v>0.76129518072299995</c:v>
                </c:pt>
                <c:pt idx="1066">
                  <c:v>0.76355421686699998</c:v>
                </c:pt>
                <c:pt idx="1067">
                  <c:v>0.76355421686699998</c:v>
                </c:pt>
                <c:pt idx="1068">
                  <c:v>0.764307228916</c:v>
                </c:pt>
                <c:pt idx="1069">
                  <c:v>0.764307228916</c:v>
                </c:pt>
                <c:pt idx="1070">
                  <c:v>0.76506024096400005</c:v>
                </c:pt>
                <c:pt idx="1071">
                  <c:v>0.76506024096400005</c:v>
                </c:pt>
                <c:pt idx="1072">
                  <c:v>0.76581325301199998</c:v>
                </c:pt>
                <c:pt idx="1073">
                  <c:v>0.76581325301199998</c:v>
                </c:pt>
                <c:pt idx="1074">
                  <c:v>0.76656626506000003</c:v>
                </c:pt>
                <c:pt idx="1075">
                  <c:v>0.76656626506000003</c:v>
                </c:pt>
                <c:pt idx="1076">
                  <c:v>0.76731927710799996</c:v>
                </c:pt>
                <c:pt idx="1077">
                  <c:v>0.76731927710799996</c:v>
                </c:pt>
                <c:pt idx="1078">
                  <c:v>0.76807228915699999</c:v>
                </c:pt>
                <c:pt idx="1079">
                  <c:v>0.76807228915699999</c:v>
                </c:pt>
                <c:pt idx="1080">
                  <c:v>0.76882530120500003</c:v>
                </c:pt>
                <c:pt idx="1081">
                  <c:v>0.76882530120500003</c:v>
                </c:pt>
                <c:pt idx="1082">
                  <c:v>0.77033132530100001</c:v>
                </c:pt>
                <c:pt idx="1083">
                  <c:v>0.77033132530100001</c:v>
                </c:pt>
                <c:pt idx="1084">
                  <c:v>0.77108433734899995</c:v>
                </c:pt>
                <c:pt idx="1085">
                  <c:v>0.77108433734899995</c:v>
                </c:pt>
                <c:pt idx="1086">
                  <c:v>0.77183734939799997</c:v>
                </c:pt>
                <c:pt idx="1087">
                  <c:v>0.77183734939799997</c:v>
                </c:pt>
                <c:pt idx="1088">
                  <c:v>0.77259036144600002</c:v>
                </c:pt>
                <c:pt idx="1089">
                  <c:v>0.77259036144600002</c:v>
                </c:pt>
                <c:pt idx="1090">
                  <c:v>0.77334337349399995</c:v>
                </c:pt>
                <c:pt idx="1091">
                  <c:v>0.77334337349399995</c:v>
                </c:pt>
                <c:pt idx="1092">
                  <c:v>0.774096385542</c:v>
                </c:pt>
                <c:pt idx="1093">
                  <c:v>0.774096385542</c:v>
                </c:pt>
                <c:pt idx="1094">
                  <c:v>0.77484939759000004</c:v>
                </c:pt>
                <c:pt idx="1095">
                  <c:v>0.77484939759000004</c:v>
                </c:pt>
                <c:pt idx="1096">
                  <c:v>0.776355421687</c:v>
                </c:pt>
                <c:pt idx="1097">
                  <c:v>0.776355421687</c:v>
                </c:pt>
                <c:pt idx="1098">
                  <c:v>0.77710843373500005</c:v>
                </c:pt>
                <c:pt idx="1099">
                  <c:v>0.77710843373500005</c:v>
                </c:pt>
                <c:pt idx="1100">
                  <c:v>0.77786144578299998</c:v>
                </c:pt>
                <c:pt idx="1101">
                  <c:v>0.77786144578299998</c:v>
                </c:pt>
                <c:pt idx="1102">
                  <c:v>0.77936746988000005</c:v>
                </c:pt>
                <c:pt idx="1103">
                  <c:v>0.77936746988000005</c:v>
                </c:pt>
                <c:pt idx="1104">
                  <c:v>0.78012048192799999</c:v>
                </c:pt>
                <c:pt idx="1105">
                  <c:v>0.78012048192799999</c:v>
                </c:pt>
                <c:pt idx="1106">
                  <c:v>0.78087349397600003</c:v>
                </c:pt>
                <c:pt idx="1107">
                  <c:v>0.78087349397600003</c:v>
                </c:pt>
                <c:pt idx="1108">
                  <c:v>0.78162650602399997</c:v>
                </c:pt>
                <c:pt idx="1109">
                  <c:v>0.78162650602399997</c:v>
                </c:pt>
                <c:pt idx="1110">
                  <c:v>0.78237951807200001</c:v>
                </c:pt>
                <c:pt idx="1111">
                  <c:v>0.78237951807200001</c:v>
                </c:pt>
                <c:pt idx="1112">
                  <c:v>0.78388554216899997</c:v>
                </c:pt>
                <c:pt idx="1113">
                  <c:v>0.78388554216899997</c:v>
                </c:pt>
                <c:pt idx="1114">
                  <c:v>0.78539156626499995</c:v>
                </c:pt>
                <c:pt idx="1115">
                  <c:v>0.78539156626499995</c:v>
                </c:pt>
                <c:pt idx="1116">
                  <c:v>0.786144578313</c:v>
                </c:pt>
                <c:pt idx="1117">
                  <c:v>0.786144578313</c:v>
                </c:pt>
                <c:pt idx="1118">
                  <c:v>0.78689759036100004</c:v>
                </c:pt>
                <c:pt idx="1119">
                  <c:v>0.78689759036100004</c:v>
                </c:pt>
                <c:pt idx="1120">
                  <c:v>0.788403614458</c:v>
                </c:pt>
                <c:pt idx="1121">
                  <c:v>0.788403614458</c:v>
                </c:pt>
                <c:pt idx="1122">
                  <c:v>0.78915662650600005</c:v>
                </c:pt>
                <c:pt idx="1123">
                  <c:v>0.78915662650600005</c:v>
                </c:pt>
                <c:pt idx="1124">
                  <c:v>0.78990963855399998</c:v>
                </c:pt>
                <c:pt idx="1125">
                  <c:v>0.78990963855399998</c:v>
                </c:pt>
                <c:pt idx="1126">
                  <c:v>0.79141566265100005</c:v>
                </c:pt>
                <c:pt idx="1127">
                  <c:v>0.79141566265100005</c:v>
                </c:pt>
                <c:pt idx="1128">
                  <c:v>0.79216867469899999</c:v>
                </c:pt>
                <c:pt idx="1129">
                  <c:v>0.79216867469899999</c:v>
                </c:pt>
                <c:pt idx="1130">
                  <c:v>0.79292168674700003</c:v>
                </c:pt>
                <c:pt idx="1131">
                  <c:v>0.79292168674700003</c:v>
                </c:pt>
                <c:pt idx="1132">
                  <c:v>0.79367469879499997</c:v>
                </c:pt>
                <c:pt idx="1133">
                  <c:v>0.79367469879499997</c:v>
                </c:pt>
                <c:pt idx="1134">
                  <c:v>0.79442771084300001</c:v>
                </c:pt>
                <c:pt idx="1135">
                  <c:v>0.79442771084300001</c:v>
                </c:pt>
                <c:pt idx="1136">
                  <c:v>0.79593373493999997</c:v>
                </c:pt>
                <c:pt idx="1137">
                  <c:v>0.79593373493999997</c:v>
                </c:pt>
                <c:pt idx="1138">
                  <c:v>0.79668674698800002</c:v>
                </c:pt>
                <c:pt idx="1139">
                  <c:v>0.79668674698800002</c:v>
                </c:pt>
                <c:pt idx="1140">
                  <c:v>0.79743975903599995</c:v>
                </c:pt>
                <c:pt idx="1141">
                  <c:v>0.79743975903599995</c:v>
                </c:pt>
                <c:pt idx="1142">
                  <c:v>0.798192771084</c:v>
                </c:pt>
                <c:pt idx="1143">
                  <c:v>0.798192771084</c:v>
                </c:pt>
                <c:pt idx="1144">
                  <c:v>0.79894578313300002</c:v>
                </c:pt>
                <c:pt idx="1145">
                  <c:v>0.79894578313300002</c:v>
                </c:pt>
                <c:pt idx="1146">
                  <c:v>0.79969879518099996</c:v>
                </c:pt>
                <c:pt idx="1147">
                  <c:v>0.79969879518099996</c:v>
                </c:pt>
                <c:pt idx="1148">
                  <c:v>0.800451807229</c:v>
                </c:pt>
                <c:pt idx="1149">
                  <c:v>0.800451807229</c:v>
                </c:pt>
                <c:pt idx="1150">
                  <c:v>0.80120481927700005</c:v>
                </c:pt>
                <c:pt idx="1151">
                  <c:v>0.80120481927700005</c:v>
                </c:pt>
                <c:pt idx="1152">
                  <c:v>0.80195783132499998</c:v>
                </c:pt>
                <c:pt idx="1153">
                  <c:v>0.80195783132499998</c:v>
                </c:pt>
                <c:pt idx="1154">
                  <c:v>0.80271084337300003</c:v>
                </c:pt>
                <c:pt idx="1155">
                  <c:v>0.80271084337300003</c:v>
                </c:pt>
                <c:pt idx="1156">
                  <c:v>0.80346385542200005</c:v>
                </c:pt>
                <c:pt idx="1157">
                  <c:v>0.80346385542200005</c:v>
                </c:pt>
                <c:pt idx="1158">
                  <c:v>0.80572289156599997</c:v>
                </c:pt>
                <c:pt idx="1159">
                  <c:v>0.80572289156599997</c:v>
                </c:pt>
                <c:pt idx="1160">
                  <c:v>0.80647590361400001</c:v>
                </c:pt>
                <c:pt idx="1161">
                  <c:v>0.80647590361400001</c:v>
                </c:pt>
                <c:pt idx="1162">
                  <c:v>0.80722891566300004</c:v>
                </c:pt>
                <c:pt idx="1163">
                  <c:v>0.80722891566300004</c:v>
                </c:pt>
                <c:pt idx="1164">
                  <c:v>0.80798192771099997</c:v>
                </c:pt>
                <c:pt idx="1165">
                  <c:v>0.80798192771099997</c:v>
                </c:pt>
                <c:pt idx="1166">
                  <c:v>0.80798192771099997</c:v>
                </c:pt>
                <c:pt idx="1167">
                  <c:v>0.80873493975900002</c:v>
                </c:pt>
                <c:pt idx="1168">
                  <c:v>0.80873493975900002</c:v>
                </c:pt>
                <c:pt idx="1169">
                  <c:v>0.810240963855</c:v>
                </c:pt>
                <c:pt idx="1170">
                  <c:v>0.810240963855</c:v>
                </c:pt>
                <c:pt idx="1171">
                  <c:v>0.81174698795199995</c:v>
                </c:pt>
                <c:pt idx="1172">
                  <c:v>0.81174698795199995</c:v>
                </c:pt>
                <c:pt idx="1173">
                  <c:v>0.8125</c:v>
                </c:pt>
                <c:pt idx="1174">
                  <c:v>0.8125</c:v>
                </c:pt>
                <c:pt idx="1175">
                  <c:v>0.81325301204800005</c:v>
                </c:pt>
                <c:pt idx="1176">
                  <c:v>0.81325301204800005</c:v>
                </c:pt>
                <c:pt idx="1177">
                  <c:v>0.81400602409599998</c:v>
                </c:pt>
                <c:pt idx="1178">
                  <c:v>0.81400602409599998</c:v>
                </c:pt>
                <c:pt idx="1179">
                  <c:v>0.814759036145</c:v>
                </c:pt>
                <c:pt idx="1180">
                  <c:v>0.814759036145</c:v>
                </c:pt>
                <c:pt idx="1181">
                  <c:v>0.81551204819300005</c:v>
                </c:pt>
                <c:pt idx="1182">
                  <c:v>0.81551204819300005</c:v>
                </c:pt>
                <c:pt idx="1183">
                  <c:v>0.81626506024099998</c:v>
                </c:pt>
                <c:pt idx="1184">
                  <c:v>0.81626506024099998</c:v>
                </c:pt>
                <c:pt idx="1185">
                  <c:v>0.81777108433699996</c:v>
                </c:pt>
                <c:pt idx="1186">
                  <c:v>0.81777108433699996</c:v>
                </c:pt>
                <c:pt idx="1187">
                  <c:v>0.81852409638599999</c:v>
                </c:pt>
                <c:pt idx="1188">
                  <c:v>0.81852409638599999</c:v>
                </c:pt>
                <c:pt idx="1189">
                  <c:v>0.81927710843400003</c:v>
                </c:pt>
                <c:pt idx="1190">
                  <c:v>0.81927710843400003</c:v>
                </c:pt>
                <c:pt idx="1191">
                  <c:v>0.82003012048199997</c:v>
                </c:pt>
                <c:pt idx="1192">
                  <c:v>0.82003012048199997</c:v>
                </c:pt>
                <c:pt idx="1193">
                  <c:v>0.82078313253000001</c:v>
                </c:pt>
                <c:pt idx="1194">
                  <c:v>0.82078313253000001</c:v>
                </c:pt>
                <c:pt idx="1195">
                  <c:v>0.82153614457799995</c:v>
                </c:pt>
                <c:pt idx="1196">
                  <c:v>0.82153614457799995</c:v>
                </c:pt>
                <c:pt idx="1197">
                  <c:v>0.82304216867500002</c:v>
                </c:pt>
                <c:pt idx="1198">
                  <c:v>0.82304216867500002</c:v>
                </c:pt>
                <c:pt idx="1199">
                  <c:v>0.82304216867500002</c:v>
                </c:pt>
                <c:pt idx="1200">
                  <c:v>0.82304216867500002</c:v>
                </c:pt>
                <c:pt idx="1201">
                  <c:v>0.82379518072299995</c:v>
                </c:pt>
                <c:pt idx="1202">
                  <c:v>0.82379518072299995</c:v>
                </c:pt>
                <c:pt idx="1203">
                  <c:v>0.824548192771</c:v>
                </c:pt>
                <c:pt idx="1204">
                  <c:v>0.824548192771</c:v>
                </c:pt>
                <c:pt idx="1205">
                  <c:v>0.82530120481900004</c:v>
                </c:pt>
                <c:pt idx="1206">
                  <c:v>0.82530120481900004</c:v>
                </c:pt>
                <c:pt idx="1207">
                  <c:v>0.82605421686699998</c:v>
                </c:pt>
                <c:pt idx="1208">
                  <c:v>0.82605421686699998</c:v>
                </c:pt>
                <c:pt idx="1209">
                  <c:v>0.826807228916</c:v>
                </c:pt>
                <c:pt idx="1210">
                  <c:v>0.826807228916</c:v>
                </c:pt>
                <c:pt idx="1211">
                  <c:v>0.82756024096400005</c:v>
                </c:pt>
                <c:pt idx="1212">
                  <c:v>0.82756024096400005</c:v>
                </c:pt>
                <c:pt idx="1213">
                  <c:v>0.82831325301199998</c:v>
                </c:pt>
                <c:pt idx="1214">
                  <c:v>0.82831325301199998</c:v>
                </c:pt>
                <c:pt idx="1215">
                  <c:v>0.82906626506000003</c:v>
                </c:pt>
                <c:pt idx="1216">
                  <c:v>0.82906626506000003</c:v>
                </c:pt>
                <c:pt idx="1217">
                  <c:v>0.82981927710799996</c:v>
                </c:pt>
                <c:pt idx="1218">
                  <c:v>0.82981927710799996</c:v>
                </c:pt>
                <c:pt idx="1219">
                  <c:v>0.82981927710799996</c:v>
                </c:pt>
                <c:pt idx="1220">
                  <c:v>0.82981927710799996</c:v>
                </c:pt>
                <c:pt idx="1221">
                  <c:v>0.83057228915699999</c:v>
                </c:pt>
                <c:pt idx="1222">
                  <c:v>0.83057228915699999</c:v>
                </c:pt>
                <c:pt idx="1223">
                  <c:v>0.83207831325299997</c:v>
                </c:pt>
                <c:pt idx="1224">
                  <c:v>0.83207831325299997</c:v>
                </c:pt>
                <c:pt idx="1225">
                  <c:v>0.83358433734899995</c:v>
                </c:pt>
                <c:pt idx="1226">
                  <c:v>0.83358433734899995</c:v>
                </c:pt>
                <c:pt idx="1227">
                  <c:v>0.83433734939799997</c:v>
                </c:pt>
                <c:pt idx="1228">
                  <c:v>0.83433734939799997</c:v>
                </c:pt>
                <c:pt idx="1229">
                  <c:v>0.83509036144600002</c:v>
                </c:pt>
                <c:pt idx="1230">
                  <c:v>0.83509036144600002</c:v>
                </c:pt>
                <c:pt idx="1231">
                  <c:v>0.83584337349399995</c:v>
                </c:pt>
                <c:pt idx="1232">
                  <c:v>0.83584337349399995</c:v>
                </c:pt>
                <c:pt idx="1233">
                  <c:v>0.836596385542</c:v>
                </c:pt>
                <c:pt idx="1234">
                  <c:v>0.836596385542</c:v>
                </c:pt>
                <c:pt idx="1235">
                  <c:v>0.83734939759000004</c:v>
                </c:pt>
                <c:pt idx="1236">
                  <c:v>0.83734939759000004</c:v>
                </c:pt>
                <c:pt idx="1237">
                  <c:v>0.83810240963899996</c:v>
                </c:pt>
                <c:pt idx="1238">
                  <c:v>0.83810240963899996</c:v>
                </c:pt>
                <c:pt idx="1239">
                  <c:v>0.83960843373500005</c:v>
                </c:pt>
                <c:pt idx="1240">
                  <c:v>0.83960843373500005</c:v>
                </c:pt>
                <c:pt idx="1241">
                  <c:v>0.84111445783100003</c:v>
                </c:pt>
                <c:pt idx="1242">
                  <c:v>0.84111445783100003</c:v>
                </c:pt>
                <c:pt idx="1243">
                  <c:v>0.84186746988000005</c:v>
                </c:pt>
                <c:pt idx="1244">
                  <c:v>0.84186746988000005</c:v>
                </c:pt>
                <c:pt idx="1245">
                  <c:v>0.84262048192799999</c:v>
                </c:pt>
                <c:pt idx="1246">
                  <c:v>0.84262048192799999</c:v>
                </c:pt>
                <c:pt idx="1247">
                  <c:v>0.84337349397600003</c:v>
                </c:pt>
                <c:pt idx="1248">
                  <c:v>0.84337349397600003</c:v>
                </c:pt>
                <c:pt idx="1249">
                  <c:v>0.84412650602399997</c:v>
                </c:pt>
                <c:pt idx="1250">
                  <c:v>0.84412650602399997</c:v>
                </c:pt>
                <c:pt idx="1251">
                  <c:v>0.84487951807200001</c:v>
                </c:pt>
                <c:pt idx="1252">
                  <c:v>0.84487951807200001</c:v>
                </c:pt>
                <c:pt idx="1253">
                  <c:v>0.84563253011999995</c:v>
                </c:pt>
                <c:pt idx="1254">
                  <c:v>0.84563253011999995</c:v>
                </c:pt>
                <c:pt idx="1255">
                  <c:v>0.84638554216899997</c:v>
                </c:pt>
                <c:pt idx="1256">
                  <c:v>0.84638554216899997</c:v>
                </c:pt>
                <c:pt idx="1257">
                  <c:v>0.84713855421700002</c:v>
                </c:pt>
                <c:pt idx="1258">
                  <c:v>0.84713855421700002</c:v>
                </c:pt>
                <c:pt idx="1259">
                  <c:v>0.848644578313</c:v>
                </c:pt>
                <c:pt idx="1260">
                  <c:v>0.848644578313</c:v>
                </c:pt>
                <c:pt idx="1261">
                  <c:v>0.84939759036100004</c:v>
                </c:pt>
                <c:pt idx="1262">
                  <c:v>0.84939759036100004</c:v>
                </c:pt>
                <c:pt idx="1263">
                  <c:v>0.85015060240999996</c:v>
                </c:pt>
                <c:pt idx="1264">
                  <c:v>0.85015060240999996</c:v>
                </c:pt>
                <c:pt idx="1265">
                  <c:v>0.850903614458</c:v>
                </c:pt>
                <c:pt idx="1266">
                  <c:v>0.850903614458</c:v>
                </c:pt>
                <c:pt idx="1267">
                  <c:v>0.85165662650600005</c:v>
                </c:pt>
                <c:pt idx="1268">
                  <c:v>0.85165662650600005</c:v>
                </c:pt>
                <c:pt idx="1269">
                  <c:v>0.85240963855399998</c:v>
                </c:pt>
                <c:pt idx="1270">
                  <c:v>0.85240963855399998</c:v>
                </c:pt>
                <c:pt idx="1271">
                  <c:v>0.85316265060200003</c:v>
                </c:pt>
                <c:pt idx="1272">
                  <c:v>0.85316265060200003</c:v>
                </c:pt>
                <c:pt idx="1273">
                  <c:v>0.85391566265100005</c:v>
                </c:pt>
                <c:pt idx="1274">
                  <c:v>0.85391566265100005</c:v>
                </c:pt>
                <c:pt idx="1275">
                  <c:v>0.85542168674700003</c:v>
                </c:pt>
                <c:pt idx="1276">
                  <c:v>0.85542168674700003</c:v>
                </c:pt>
                <c:pt idx="1277">
                  <c:v>0.85617469879499997</c:v>
                </c:pt>
                <c:pt idx="1278">
                  <c:v>0.85617469879499997</c:v>
                </c:pt>
                <c:pt idx="1279">
                  <c:v>0.85692771084300001</c:v>
                </c:pt>
                <c:pt idx="1280">
                  <c:v>0.85692771084300001</c:v>
                </c:pt>
                <c:pt idx="1281">
                  <c:v>0.85768072289200004</c:v>
                </c:pt>
                <c:pt idx="1282">
                  <c:v>0.85768072289200004</c:v>
                </c:pt>
                <c:pt idx="1283">
                  <c:v>0.85843373493999997</c:v>
                </c:pt>
                <c:pt idx="1284">
                  <c:v>0.85843373493999997</c:v>
                </c:pt>
                <c:pt idx="1285">
                  <c:v>0.85918674698800002</c:v>
                </c:pt>
                <c:pt idx="1286">
                  <c:v>0.85918674698800002</c:v>
                </c:pt>
                <c:pt idx="1287">
                  <c:v>0.85993975903599995</c:v>
                </c:pt>
                <c:pt idx="1288">
                  <c:v>0.85993975903599995</c:v>
                </c:pt>
                <c:pt idx="1289">
                  <c:v>0.86144578313300002</c:v>
                </c:pt>
                <c:pt idx="1290">
                  <c:v>0.86144578313300002</c:v>
                </c:pt>
                <c:pt idx="1291">
                  <c:v>0.86219879518099996</c:v>
                </c:pt>
                <c:pt idx="1292">
                  <c:v>0.86219879518099996</c:v>
                </c:pt>
                <c:pt idx="1293">
                  <c:v>0.862951807229</c:v>
                </c:pt>
                <c:pt idx="1294">
                  <c:v>0.862951807229</c:v>
                </c:pt>
                <c:pt idx="1295">
                  <c:v>0.86370481927700005</c:v>
                </c:pt>
                <c:pt idx="1296">
                  <c:v>0.86370481927700005</c:v>
                </c:pt>
                <c:pt idx="1297">
                  <c:v>0.86445783132499998</c:v>
                </c:pt>
                <c:pt idx="1298">
                  <c:v>0.86445783132499998</c:v>
                </c:pt>
                <c:pt idx="1299">
                  <c:v>0.86521084337300003</c:v>
                </c:pt>
                <c:pt idx="1300">
                  <c:v>0.86521084337300003</c:v>
                </c:pt>
                <c:pt idx="1301">
                  <c:v>0.86521084337300003</c:v>
                </c:pt>
                <c:pt idx="1302">
                  <c:v>0.86746987951800003</c:v>
                </c:pt>
                <c:pt idx="1303">
                  <c:v>0.86746987951800003</c:v>
                </c:pt>
                <c:pt idx="1304">
                  <c:v>0.86822289156599997</c:v>
                </c:pt>
                <c:pt idx="1305">
                  <c:v>0.86822289156599997</c:v>
                </c:pt>
                <c:pt idx="1306">
                  <c:v>0.86897590361400001</c:v>
                </c:pt>
                <c:pt idx="1307">
                  <c:v>0.86897590361400001</c:v>
                </c:pt>
                <c:pt idx="1308">
                  <c:v>0.86972891566300004</c:v>
                </c:pt>
                <c:pt idx="1309">
                  <c:v>0.86972891566300004</c:v>
                </c:pt>
                <c:pt idx="1310">
                  <c:v>0.87048192771099997</c:v>
                </c:pt>
                <c:pt idx="1311">
                  <c:v>0.87048192771099997</c:v>
                </c:pt>
                <c:pt idx="1312">
                  <c:v>0.87123493975900002</c:v>
                </c:pt>
                <c:pt idx="1313">
                  <c:v>0.87123493975900002</c:v>
                </c:pt>
                <c:pt idx="1314">
                  <c:v>0.87198795180699995</c:v>
                </c:pt>
                <c:pt idx="1315">
                  <c:v>0.87198795180699995</c:v>
                </c:pt>
                <c:pt idx="1316">
                  <c:v>0.872740963855</c:v>
                </c:pt>
                <c:pt idx="1317">
                  <c:v>0.872740963855</c:v>
                </c:pt>
                <c:pt idx="1318">
                  <c:v>0.87424698795199995</c:v>
                </c:pt>
                <c:pt idx="1319">
                  <c:v>0.87424698795199995</c:v>
                </c:pt>
                <c:pt idx="1320">
                  <c:v>0.875</c:v>
                </c:pt>
                <c:pt idx="1321">
                  <c:v>0.875</c:v>
                </c:pt>
                <c:pt idx="1322">
                  <c:v>0.87650602409599998</c:v>
                </c:pt>
                <c:pt idx="1323">
                  <c:v>0.87650602409599998</c:v>
                </c:pt>
                <c:pt idx="1324">
                  <c:v>0.87801204819300005</c:v>
                </c:pt>
                <c:pt idx="1325">
                  <c:v>0.87801204819300005</c:v>
                </c:pt>
                <c:pt idx="1326">
                  <c:v>0.87876506024099998</c:v>
                </c:pt>
                <c:pt idx="1327">
                  <c:v>0.87876506024099998</c:v>
                </c:pt>
                <c:pt idx="1328">
                  <c:v>0.87951807228900003</c:v>
                </c:pt>
                <c:pt idx="1329">
                  <c:v>0.87951807228900003</c:v>
                </c:pt>
                <c:pt idx="1330">
                  <c:v>0.88027108433699996</c:v>
                </c:pt>
                <c:pt idx="1331">
                  <c:v>0.88027108433699996</c:v>
                </c:pt>
                <c:pt idx="1332">
                  <c:v>0.88102409638599999</c:v>
                </c:pt>
                <c:pt idx="1333">
                  <c:v>0.88102409638599999</c:v>
                </c:pt>
                <c:pt idx="1334">
                  <c:v>0.88177710843400003</c:v>
                </c:pt>
                <c:pt idx="1335">
                  <c:v>0.88177710843400003</c:v>
                </c:pt>
                <c:pt idx="1336">
                  <c:v>0.88253012048199997</c:v>
                </c:pt>
                <c:pt idx="1337">
                  <c:v>0.88253012048199997</c:v>
                </c:pt>
                <c:pt idx="1338">
                  <c:v>0.88328313253000001</c:v>
                </c:pt>
                <c:pt idx="1339">
                  <c:v>0.88328313253000001</c:v>
                </c:pt>
                <c:pt idx="1340">
                  <c:v>0.88403614457799995</c:v>
                </c:pt>
                <c:pt idx="1341">
                  <c:v>0.88403614457799995</c:v>
                </c:pt>
                <c:pt idx="1342">
                  <c:v>0.88478915662699997</c:v>
                </c:pt>
                <c:pt idx="1343">
                  <c:v>0.88478915662699997</c:v>
                </c:pt>
                <c:pt idx="1344">
                  <c:v>0.88554216867500002</c:v>
                </c:pt>
                <c:pt idx="1345">
                  <c:v>0.88554216867500002</c:v>
                </c:pt>
                <c:pt idx="1346">
                  <c:v>0.88554216867500002</c:v>
                </c:pt>
                <c:pt idx="1347">
                  <c:v>0.88629518072299995</c:v>
                </c:pt>
                <c:pt idx="1348">
                  <c:v>0.88629518072299995</c:v>
                </c:pt>
                <c:pt idx="1349">
                  <c:v>0.887048192771</c:v>
                </c:pt>
                <c:pt idx="1350">
                  <c:v>0.887048192771</c:v>
                </c:pt>
                <c:pt idx="1351">
                  <c:v>0.88780120481900004</c:v>
                </c:pt>
                <c:pt idx="1352">
                  <c:v>0.88780120481900004</c:v>
                </c:pt>
                <c:pt idx="1353">
                  <c:v>0.89006024096400005</c:v>
                </c:pt>
                <c:pt idx="1354">
                  <c:v>0.89006024096400005</c:v>
                </c:pt>
                <c:pt idx="1355">
                  <c:v>0.89081325301199998</c:v>
                </c:pt>
                <c:pt idx="1356">
                  <c:v>0.89081325301199998</c:v>
                </c:pt>
                <c:pt idx="1357">
                  <c:v>0.89156626506000003</c:v>
                </c:pt>
                <c:pt idx="1358">
                  <c:v>0.89156626506000003</c:v>
                </c:pt>
                <c:pt idx="1359">
                  <c:v>0.89156626506000003</c:v>
                </c:pt>
                <c:pt idx="1360">
                  <c:v>0.89156626506000003</c:v>
                </c:pt>
                <c:pt idx="1361">
                  <c:v>0.89307228915699999</c:v>
                </c:pt>
                <c:pt idx="1362">
                  <c:v>0.89307228915699999</c:v>
                </c:pt>
                <c:pt idx="1363">
                  <c:v>0.89382530120500003</c:v>
                </c:pt>
                <c:pt idx="1364">
                  <c:v>0.89382530120500003</c:v>
                </c:pt>
                <c:pt idx="1365">
                  <c:v>0.89457831325299997</c:v>
                </c:pt>
                <c:pt idx="1366">
                  <c:v>0.89457831325299997</c:v>
                </c:pt>
                <c:pt idx="1367">
                  <c:v>0.89533132530100001</c:v>
                </c:pt>
                <c:pt idx="1368">
                  <c:v>0.89533132530100001</c:v>
                </c:pt>
                <c:pt idx="1369">
                  <c:v>0.89608433734899995</c:v>
                </c:pt>
                <c:pt idx="1370">
                  <c:v>0.89608433734899995</c:v>
                </c:pt>
                <c:pt idx="1371">
                  <c:v>0.89683734939799997</c:v>
                </c:pt>
                <c:pt idx="1372">
                  <c:v>0.89683734939799997</c:v>
                </c:pt>
                <c:pt idx="1373">
                  <c:v>0.89759036144600002</c:v>
                </c:pt>
                <c:pt idx="1374">
                  <c:v>0.89759036144600002</c:v>
                </c:pt>
                <c:pt idx="1375">
                  <c:v>0.89834337349399995</c:v>
                </c:pt>
                <c:pt idx="1376">
                  <c:v>0.89834337349399995</c:v>
                </c:pt>
                <c:pt idx="1377">
                  <c:v>0.899096385542</c:v>
                </c:pt>
                <c:pt idx="1378">
                  <c:v>0.899096385542</c:v>
                </c:pt>
                <c:pt idx="1379">
                  <c:v>0.89984939759000004</c:v>
                </c:pt>
                <c:pt idx="1380">
                  <c:v>0.89984939759000004</c:v>
                </c:pt>
                <c:pt idx="1381">
                  <c:v>0.90060240963899996</c:v>
                </c:pt>
                <c:pt idx="1382">
                  <c:v>0.90060240963899996</c:v>
                </c:pt>
                <c:pt idx="1383">
                  <c:v>0.901355421687</c:v>
                </c:pt>
                <c:pt idx="1384">
                  <c:v>0.901355421687</c:v>
                </c:pt>
                <c:pt idx="1385">
                  <c:v>0.90210843373500005</c:v>
                </c:pt>
                <c:pt idx="1386">
                  <c:v>0.90210843373500005</c:v>
                </c:pt>
                <c:pt idx="1387">
                  <c:v>0.90286144578299998</c:v>
                </c:pt>
                <c:pt idx="1388">
                  <c:v>0.90286144578299998</c:v>
                </c:pt>
                <c:pt idx="1389">
                  <c:v>0.90361445783100003</c:v>
                </c:pt>
                <c:pt idx="1390">
                  <c:v>0.90361445783100003</c:v>
                </c:pt>
                <c:pt idx="1391">
                  <c:v>0.90512048192799999</c:v>
                </c:pt>
                <c:pt idx="1392">
                  <c:v>0.90512048192799999</c:v>
                </c:pt>
                <c:pt idx="1393">
                  <c:v>0.90587349397600003</c:v>
                </c:pt>
                <c:pt idx="1394">
                  <c:v>0.90587349397600003</c:v>
                </c:pt>
                <c:pt idx="1395">
                  <c:v>0.90662650602399997</c:v>
                </c:pt>
                <c:pt idx="1396">
                  <c:v>0.90662650602399997</c:v>
                </c:pt>
                <c:pt idx="1397">
                  <c:v>0.90737951807200001</c:v>
                </c:pt>
                <c:pt idx="1398">
                  <c:v>0.90737951807200001</c:v>
                </c:pt>
                <c:pt idx="1399">
                  <c:v>0.90813253011999995</c:v>
                </c:pt>
                <c:pt idx="1400">
                  <c:v>0.90813253011999995</c:v>
                </c:pt>
                <c:pt idx="1401">
                  <c:v>0.90813253011999995</c:v>
                </c:pt>
                <c:pt idx="1402">
                  <c:v>0.90813253011999995</c:v>
                </c:pt>
                <c:pt idx="1403">
                  <c:v>0.90888554216899997</c:v>
                </c:pt>
                <c:pt idx="1404">
                  <c:v>0.90888554216899997</c:v>
                </c:pt>
                <c:pt idx="1405">
                  <c:v>0.90963855421700002</c:v>
                </c:pt>
                <c:pt idx="1406">
                  <c:v>0.90963855421700002</c:v>
                </c:pt>
                <c:pt idx="1407">
                  <c:v>0.91039156626499995</c:v>
                </c:pt>
                <c:pt idx="1408">
                  <c:v>0.91039156626499995</c:v>
                </c:pt>
                <c:pt idx="1409">
                  <c:v>0.911144578313</c:v>
                </c:pt>
                <c:pt idx="1410">
                  <c:v>0.911144578313</c:v>
                </c:pt>
                <c:pt idx="1411">
                  <c:v>0.91189759036100004</c:v>
                </c:pt>
                <c:pt idx="1412">
                  <c:v>0.91189759036100004</c:v>
                </c:pt>
                <c:pt idx="1413">
                  <c:v>0.91265060240999996</c:v>
                </c:pt>
                <c:pt idx="1414">
                  <c:v>0.91265060240999996</c:v>
                </c:pt>
                <c:pt idx="1415">
                  <c:v>0.913403614458</c:v>
                </c:pt>
                <c:pt idx="1416">
                  <c:v>0.913403614458</c:v>
                </c:pt>
                <c:pt idx="1417">
                  <c:v>0.91415662650600005</c:v>
                </c:pt>
                <c:pt idx="1418">
                  <c:v>0.91415662650600005</c:v>
                </c:pt>
                <c:pt idx="1419">
                  <c:v>0.91490963855399998</c:v>
                </c:pt>
                <c:pt idx="1420">
                  <c:v>0.91490963855399998</c:v>
                </c:pt>
                <c:pt idx="1421">
                  <c:v>0.91566265060200003</c:v>
                </c:pt>
                <c:pt idx="1422">
                  <c:v>0.91566265060200003</c:v>
                </c:pt>
                <c:pt idx="1423">
                  <c:v>0.91641566265100005</c:v>
                </c:pt>
                <c:pt idx="1424">
                  <c:v>0.91641566265100005</c:v>
                </c:pt>
                <c:pt idx="1425">
                  <c:v>0.91716867469899999</c:v>
                </c:pt>
                <c:pt idx="1426">
                  <c:v>0.91716867469899999</c:v>
                </c:pt>
                <c:pt idx="1427">
                  <c:v>0.91792168674700003</c:v>
                </c:pt>
                <c:pt idx="1428">
                  <c:v>0.91792168674700003</c:v>
                </c:pt>
                <c:pt idx="1429">
                  <c:v>0.91867469879499997</c:v>
                </c:pt>
                <c:pt idx="1430">
                  <c:v>0.91867469879499997</c:v>
                </c:pt>
                <c:pt idx="1431">
                  <c:v>0.91942771084300001</c:v>
                </c:pt>
                <c:pt idx="1432">
                  <c:v>0.91942771084300001</c:v>
                </c:pt>
                <c:pt idx="1433">
                  <c:v>0.92018072289200004</c:v>
                </c:pt>
                <c:pt idx="1434">
                  <c:v>0.92018072289200004</c:v>
                </c:pt>
                <c:pt idx="1435">
                  <c:v>0.92093373493999997</c:v>
                </c:pt>
                <c:pt idx="1436">
                  <c:v>0.92093373493999997</c:v>
                </c:pt>
                <c:pt idx="1437">
                  <c:v>0.92168674698800002</c:v>
                </c:pt>
                <c:pt idx="1438">
                  <c:v>0.92168674698800002</c:v>
                </c:pt>
                <c:pt idx="1439">
                  <c:v>0.92243975903599995</c:v>
                </c:pt>
                <c:pt idx="1440">
                  <c:v>0.92243975903599995</c:v>
                </c:pt>
                <c:pt idx="1441">
                  <c:v>0.923192771084</c:v>
                </c:pt>
                <c:pt idx="1442">
                  <c:v>0.923192771084</c:v>
                </c:pt>
                <c:pt idx="1443">
                  <c:v>0.92394578313300002</c:v>
                </c:pt>
                <c:pt idx="1444">
                  <c:v>0.92394578313300002</c:v>
                </c:pt>
                <c:pt idx="1445">
                  <c:v>0.92469879518099996</c:v>
                </c:pt>
                <c:pt idx="1446">
                  <c:v>0.92469879518099996</c:v>
                </c:pt>
                <c:pt idx="1447">
                  <c:v>0.92620481927700005</c:v>
                </c:pt>
                <c:pt idx="1448">
                  <c:v>0.92620481927700005</c:v>
                </c:pt>
                <c:pt idx="1449">
                  <c:v>0.92695783132499998</c:v>
                </c:pt>
                <c:pt idx="1450">
                  <c:v>0.92695783132499998</c:v>
                </c:pt>
                <c:pt idx="1451">
                  <c:v>0.92771084337300003</c:v>
                </c:pt>
                <c:pt idx="1452">
                  <c:v>0.92771084337300003</c:v>
                </c:pt>
                <c:pt idx="1453">
                  <c:v>0.92846385542200005</c:v>
                </c:pt>
                <c:pt idx="1454">
                  <c:v>0.92846385542200005</c:v>
                </c:pt>
                <c:pt idx="1455">
                  <c:v>0.92921686746999999</c:v>
                </c:pt>
                <c:pt idx="1456">
                  <c:v>0.92921686746999999</c:v>
                </c:pt>
                <c:pt idx="1457">
                  <c:v>0.93147590361400001</c:v>
                </c:pt>
                <c:pt idx="1458">
                  <c:v>0.93147590361400001</c:v>
                </c:pt>
                <c:pt idx="1459">
                  <c:v>0.93222891566300004</c:v>
                </c:pt>
                <c:pt idx="1460">
                  <c:v>0.93222891566300004</c:v>
                </c:pt>
                <c:pt idx="1461">
                  <c:v>0.93298192771099997</c:v>
                </c:pt>
                <c:pt idx="1462">
                  <c:v>0.93298192771099997</c:v>
                </c:pt>
                <c:pt idx="1463">
                  <c:v>0.93373493975900002</c:v>
                </c:pt>
                <c:pt idx="1464">
                  <c:v>0.93373493975900002</c:v>
                </c:pt>
                <c:pt idx="1465">
                  <c:v>0.93448795180699995</c:v>
                </c:pt>
                <c:pt idx="1466">
                  <c:v>0.93448795180699995</c:v>
                </c:pt>
                <c:pt idx="1467">
                  <c:v>0.935240963855</c:v>
                </c:pt>
                <c:pt idx="1468">
                  <c:v>0.935240963855</c:v>
                </c:pt>
                <c:pt idx="1469">
                  <c:v>0.93599397590400002</c:v>
                </c:pt>
                <c:pt idx="1470">
                  <c:v>0.93599397590400002</c:v>
                </c:pt>
                <c:pt idx="1471">
                  <c:v>0.93674698795199995</c:v>
                </c:pt>
                <c:pt idx="1472">
                  <c:v>0.93674698795199995</c:v>
                </c:pt>
                <c:pt idx="1473">
                  <c:v>0.93825301204800005</c:v>
                </c:pt>
                <c:pt idx="1474">
                  <c:v>0.93825301204800005</c:v>
                </c:pt>
                <c:pt idx="1475">
                  <c:v>0.93900602409599998</c:v>
                </c:pt>
                <c:pt idx="1476">
                  <c:v>0.93900602409599998</c:v>
                </c:pt>
                <c:pt idx="1477">
                  <c:v>0.939759036145</c:v>
                </c:pt>
                <c:pt idx="1478">
                  <c:v>0.939759036145</c:v>
                </c:pt>
                <c:pt idx="1479">
                  <c:v>0.94051204819300005</c:v>
                </c:pt>
                <c:pt idx="1480">
                  <c:v>0.94051204819300005</c:v>
                </c:pt>
                <c:pt idx="1481">
                  <c:v>0.94126506024099998</c:v>
                </c:pt>
                <c:pt idx="1482">
                  <c:v>0.94126506024099998</c:v>
                </c:pt>
                <c:pt idx="1483">
                  <c:v>0.94201807228900003</c:v>
                </c:pt>
                <c:pt idx="1484">
                  <c:v>0.94201807228900003</c:v>
                </c:pt>
                <c:pt idx="1485">
                  <c:v>0.94277108433699996</c:v>
                </c:pt>
                <c:pt idx="1486">
                  <c:v>0.94277108433699996</c:v>
                </c:pt>
                <c:pt idx="1487">
                  <c:v>0.94277108433699996</c:v>
                </c:pt>
                <c:pt idx="1488">
                  <c:v>0.94277108433699996</c:v>
                </c:pt>
                <c:pt idx="1489">
                  <c:v>0.94352409638599999</c:v>
                </c:pt>
                <c:pt idx="1490">
                  <c:v>0.94352409638599999</c:v>
                </c:pt>
                <c:pt idx="1491">
                  <c:v>0.94427710843400003</c:v>
                </c:pt>
                <c:pt idx="1492">
                  <c:v>0.94427710843400003</c:v>
                </c:pt>
                <c:pt idx="1493">
                  <c:v>0.94503012048199997</c:v>
                </c:pt>
                <c:pt idx="1494">
                  <c:v>0.94503012048199997</c:v>
                </c:pt>
                <c:pt idx="1495">
                  <c:v>0.94578313253000001</c:v>
                </c:pt>
                <c:pt idx="1496">
                  <c:v>0.94578313253000001</c:v>
                </c:pt>
                <c:pt idx="1497">
                  <c:v>0.94653614457799995</c:v>
                </c:pt>
                <c:pt idx="1498">
                  <c:v>0.94653614457799995</c:v>
                </c:pt>
                <c:pt idx="1499">
                  <c:v>0.94728915662699997</c:v>
                </c:pt>
                <c:pt idx="1500">
                  <c:v>0.94728915662699997</c:v>
                </c:pt>
                <c:pt idx="1501">
                  <c:v>0.94804216867500002</c:v>
                </c:pt>
                <c:pt idx="1502">
                  <c:v>0.94804216867500002</c:v>
                </c:pt>
                <c:pt idx="1503">
                  <c:v>0.94879518072299995</c:v>
                </c:pt>
                <c:pt idx="1504">
                  <c:v>0.94879518072299995</c:v>
                </c:pt>
                <c:pt idx="1505">
                  <c:v>0.949548192771</c:v>
                </c:pt>
                <c:pt idx="1506">
                  <c:v>0.949548192771</c:v>
                </c:pt>
                <c:pt idx="1507">
                  <c:v>0.95105421686699998</c:v>
                </c:pt>
                <c:pt idx="1508">
                  <c:v>0.95105421686699998</c:v>
                </c:pt>
                <c:pt idx="1509">
                  <c:v>0.951807228916</c:v>
                </c:pt>
                <c:pt idx="1510">
                  <c:v>0.951807228916</c:v>
                </c:pt>
                <c:pt idx="1511">
                  <c:v>0.95256024096400005</c:v>
                </c:pt>
                <c:pt idx="1512">
                  <c:v>0.95256024096400005</c:v>
                </c:pt>
                <c:pt idx="1513">
                  <c:v>0.95331325301199998</c:v>
                </c:pt>
                <c:pt idx="1514">
                  <c:v>0.95331325301199998</c:v>
                </c:pt>
                <c:pt idx="1515">
                  <c:v>0.95331325301199998</c:v>
                </c:pt>
                <c:pt idx="1516">
                  <c:v>0.95331325301199998</c:v>
                </c:pt>
                <c:pt idx="1517">
                  <c:v>0.95406626506000003</c:v>
                </c:pt>
                <c:pt idx="1518">
                  <c:v>0.95406626506000003</c:v>
                </c:pt>
                <c:pt idx="1519">
                  <c:v>0.95481927710799996</c:v>
                </c:pt>
                <c:pt idx="1520">
                  <c:v>0.95481927710799996</c:v>
                </c:pt>
                <c:pt idx="1521">
                  <c:v>0.95557228915699999</c:v>
                </c:pt>
                <c:pt idx="1522">
                  <c:v>0.95557228915699999</c:v>
                </c:pt>
                <c:pt idx="1523">
                  <c:v>0.95632530120500003</c:v>
                </c:pt>
                <c:pt idx="1524">
                  <c:v>0.95632530120500003</c:v>
                </c:pt>
                <c:pt idx="1525">
                  <c:v>0.95783132530100001</c:v>
                </c:pt>
                <c:pt idx="1526">
                  <c:v>0.95783132530100001</c:v>
                </c:pt>
                <c:pt idx="1527">
                  <c:v>0.95858433734899995</c:v>
                </c:pt>
                <c:pt idx="1528">
                  <c:v>0.95858433734899995</c:v>
                </c:pt>
                <c:pt idx="1529">
                  <c:v>0.95858433734899995</c:v>
                </c:pt>
                <c:pt idx="1530">
                  <c:v>0.95858433734899995</c:v>
                </c:pt>
                <c:pt idx="1531">
                  <c:v>0.95933734939799997</c:v>
                </c:pt>
                <c:pt idx="1532">
                  <c:v>0.95933734939799997</c:v>
                </c:pt>
                <c:pt idx="1533">
                  <c:v>0.96009036144600002</c:v>
                </c:pt>
                <c:pt idx="1534">
                  <c:v>0.96009036144600002</c:v>
                </c:pt>
                <c:pt idx="1535">
                  <c:v>0.96084337349399995</c:v>
                </c:pt>
                <c:pt idx="1536">
                  <c:v>0.96084337349399995</c:v>
                </c:pt>
                <c:pt idx="1537">
                  <c:v>0.96084337349399995</c:v>
                </c:pt>
                <c:pt idx="1538">
                  <c:v>0.96084337349399995</c:v>
                </c:pt>
                <c:pt idx="1539">
                  <c:v>0.961596385542</c:v>
                </c:pt>
                <c:pt idx="1540">
                  <c:v>0.961596385542</c:v>
                </c:pt>
                <c:pt idx="1541">
                  <c:v>0.96234939759000004</c:v>
                </c:pt>
                <c:pt idx="1542">
                  <c:v>0.96234939759000004</c:v>
                </c:pt>
                <c:pt idx="1543">
                  <c:v>0.96234939759000004</c:v>
                </c:pt>
                <c:pt idx="1544">
                  <c:v>0.96234939759000004</c:v>
                </c:pt>
                <c:pt idx="1545">
                  <c:v>0.96310240963899996</c:v>
                </c:pt>
                <c:pt idx="1546">
                  <c:v>0.96310240963899996</c:v>
                </c:pt>
                <c:pt idx="1547">
                  <c:v>0.963855421687</c:v>
                </c:pt>
                <c:pt idx="1548">
                  <c:v>0.963855421687</c:v>
                </c:pt>
                <c:pt idx="1549">
                  <c:v>0.96460843373500005</c:v>
                </c:pt>
                <c:pt idx="1550">
                  <c:v>0.96460843373500005</c:v>
                </c:pt>
                <c:pt idx="1551">
                  <c:v>0.96536144578299998</c:v>
                </c:pt>
                <c:pt idx="1552">
                  <c:v>0.96536144578299998</c:v>
                </c:pt>
                <c:pt idx="1553">
                  <c:v>0.96611445783100003</c:v>
                </c:pt>
                <c:pt idx="1554">
                  <c:v>0.96611445783100003</c:v>
                </c:pt>
                <c:pt idx="1555">
                  <c:v>0.96686746988000005</c:v>
                </c:pt>
                <c:pt idx="1556">
                  <c:v>0.96686746988000005</c:v>
                </c:pt>
                <c:pt idx="1557">
                  <c:v>0.96762048192799999</c:v>
                </c:pt>
                <c:pt idx="1558">
                  <c:v>0.96762048192799999</c:v>
                </c:pt>
                <c:pt idx="1559">
                  <c:v>0.96837349397600003</c:v>
                </c:pt>
                <c:pt idx="1560">
                  <c:v>0.96837349397600003</c:v>
                </c:pt>
                <c:pt idx="1561">
                  <c:v>0.96912650602399997</c:v>
                </c:pt>
                <c:pt idx="1562">
                  <c:v>0.96912650602399997</c:v>
                </c:pt>
                <c:pt idx="1563">
                  <c:v>0.96987951807200001</c:v>
                </c:pt>
                <c:pt idx="1564">
                  <c:v>0.96987951807200001</c:v>
                </c:pt>
                <c:pt idx="1565">
                  <c:v>0.97063253011999995</c:v>
                </c:pt>
                <c:pt idx="1566">
                  <c:v>0.97063253011999995</c:v>
                </c:pt>
                <c:pt idx="1567">
                  <c:v>0.97138554216899997</c:v>
                </c:pt>
                <c:pt idx="1568">
                  <c:v>0.97138554216899997</c:v>
                </c:pt>
                <c:pt idx="1569">
                  <c:v>0.97213855421700002</c:v>
                </c:pt>
                <c:pt idx="1570">
                  <c:v>0.97213855421700002</c:v>
                </c:pt>
                <c:pt idx="1571">
                  <c:v>0.97289156626499995</c:v>
                </c:pt>
                <c:pt idx="1572">
                  <c:v>0.97289156626499995</c:v>
                </c:pt>
                <c:pt idx="1573">
                  <c:v>0.973644578313</c:v>
                </c:pt>
                <c:pt idx="1574">
                  <c:v>0.973644578313</c:v>
                </c:pt>
                <c:pt idx="1575">
                  <c:v>0.97439759036100004</c:v>
                </c:pt>
                <c:pt idx="1576">
                  <c:v>0.97439759036100004</c:v>
                </c:pt>
                <c:pt idx="1577">
                  <c:v>0.975903614458</c:v>
                </c:pt>
                <c:pt idx="1578">
                  <c:v>0.975903614458</c:v>
                </c:pt>
                <c:pt idx="1579">
                  <c:v>0.97665662650600005</c:v>
                </c:pt>
                <c:pt idx="1580">
                  <c:v>0.97665662650600005</c:v>
                </c:pt>
                <c:pt idx="1581">
                  <c:v>0.97740963855399998</c:v>
                </c:pt>
                <c:pt idx="1582">
                  <c:v>0.97740963855399998</c:v>
                </c:pt>
                <c:pt idx="1583">
                  <c:v>0.97816265060200003</c:v>
                </c:pt>
                <c:pt idx="1584">
                  <c:v>0.97816265060200003</c:v>
                </c:pt>
                <c:pt idx="1585">
                  <c:v>0.97816265060200003</c:v>
                </c:pt>
                <c:pt idx="1586">
                  <c:v>0.97816265060200003</c:v>
                </c:pt>
                <c:pt idx="1587">
                  <c:v>0.97891566265100005</c:v>
                </c:pt>
                <c:pt idx="1588">
                  <c:v>0.97891566265100005</c:v>
                </c:pt>
                <c:pt idx="1589">
                  <c:v>0.97966867469899999</c:v>
                </c:pt>
                <c:pt idx="1590">
                  <c:v>0.97966867469899999</c:v>
                </c:pt>
                <c:pt idx="1591">
                  <c:v>0.98042168674700003</c:v>
                </c:pt>
                <c:pt idx="1592">
                  <c:v>0.98042168674700003</c:v>
                </c:pt>
                <c:pt idx="1593">
                  <c:v>0.98117469879499997</c:v>
                </c:pt>
                <c:pt idx="1594">
                  <c:v>0.98117469879499997</c:v>
                </c:pt>
                <c:pt idx="1595">
                  <c:v>0.98192771084300001</c:v>
                </c:pt>
                <c:pt idx="1596">
                  <c:v>0.98192771084300001</c:v>
                </c:pt>
                <c:pt idx="1597">
                  <c:v>0.98268072289200004</c:v>
                </c:pt>
                <c:pt idx="1598">
                  <c:v>0.98268072289200004</c:v>
                </c:pt>
                <c:pt idx="1599">
                  <c:v>0.98343373493999997</c:v>
                </c:pt>
                <c:pt idx="1600">
                  <c:v>0.98343373493999997</c:v>
                </c:pt>
                <c:pt idx="1601">
                  <c:v>0.98418674698800002</c:v>
                </c:pt>
                <c:pt idx="1602">
                  <c:v>0.98418674698800002</c:v>
                </c:pt>
                <c:pt idx="1603">
                  <c:v>0.98493975903599995</c:v>
                </c:pt>
                <c:pt idx="1604">
                  <c:v>0.98493975903599995</c:v>
                </c:pt>
                <c:pt idx="1605">
                  <c:v>0.985692771084</c:v>
                </c:pt>
                <c:pt idx="1606">
                  <c:v>0.985692771084</c:v>
                </c:pt>
                <c:pt idx="1607">
                  <c:v>0.98644578313300002</c:v>
                </c:pt>
                <c:pt idx="1608">
                  <c:v>0.98644578313300002</c:v>
                </c:pt>
                <c:pt idx="1609">
                  <c:v>0.98719879518099996</c:v>
                </c:pt>
                <c:pt idx="1610">
                  <c:v>0.98719879518099996</c:v>
                </c:pt>
                <c:pt idx="1611">
                  <c:v>0.987951807229</c:v>
                </c:pt>
                <c:pt idx="1612">
                  <c:v>0.987951807229</c:v>
                </c:pt>
                <c:pt idx="1613">
                  <c:v>0.98870481927700005</c:v>
                </c:pt>
                <c:pt idx="1614">
                  <c:v>0.98870481927700005</c:v>
                </c:pt>
                <c:pt idx="1615">
                  <c:v>0.98945783132499998</c:v>
                </c:pt>
                <c:pt idx="1616">
                  <c:v>0.98945783132499998</c:v>
                </c:pt>
                <c:pt idx="1617">
                  <c:v>0.99021084337300003</c:v>
                </c:pt>
                <c:pt idx="1618">
                  <c:v>0.99021084337300003</c:v>
                </c:pt>
                <c:pt idx="1619">
                  <c:v>0.99096385542200005</c:v>
                </c:pt>
                <c:pt idx="1620">
                  <c:v>0.99096385542200005</c:v>
                </c:pt>
                <c:pt idx="1621">
                  <c:v>0.99096385542200005</c:v>
                </c:pt>
                <c:pt idx="1622">
                  <c:v>0.99096385542200005</c:v>
                </c:pt>
                <c:pt idx="1623">
                  <c:v>0.99171686746999999</c:v>
                </c:pt>
                <c:pt idx="1624">
                  <c:v>0.99171686746999999</c:v>
                </c:pt>
                <c:pt idx="1625">
                  <c:v>0.99246987951800003</c:v>
                </c:pt>
                <c:pt idx="1626">
                  <c:v>0.99246987951800003</c:v>
                </c:pt>
                <c:pt idx="1627">
                  <c:v>0.99246987951800003</c:v>
                </c:pt>
                <c:pt idx="1628">
                  <c:v>0.99246987951800003</c:v>
                </c:pt>
                <c:pt idx="1629">
                  <c:v>0.99322289156599997</c:v>
                </c:pt>
                <c:pt idx="1630">
                  <c:v>0.99322289156599997</c:v>
                </c:pt>
                <c:pt idx="1631">
                  <c:v>0.99397590361400001</c:v>
                </c:pt>
                <c:pt idx="1632">
                  <c:v>0.99397590361400001</c:v>
                </c:pt>
                <c:pt idx="1633">
                  <c:v>0.99472891566300004</c:v>
                </c:pt>
                <c:pt idx="1634">
                  <c:v>0.99472891566300004</c:v>
                </c:pt>
                <c:pt idx="1635">
                  <c:v>0.99548192771099997</c:v>
                </c:pt>
                <c:pt idx="1636">
                  <c:v>0.99548192771099997</c:v>
                </c:pt>
                <c:pt idx="1637">
                  <c:v>0.99623493975900002</c:v>
                </c:pt>
                <c:pt idx="1638">
                  <c:v>0.99623493975900002</c:v>
                </c:pt>
                <c:pt idx="1639">
                  <c:v>0.99698795180699995</c:v>
                </c:pt>
                <c:pt idx="1640">
                  <c:v>0.99698795180699995</c:v>
                </c:pt>
                <c:pt idx="1641">
                  <c:v>0.997740963855</c:v>
                </c:pt>
                <c:pt idx="1642">
                  <c:v>0.997740963855</c:v>
                </c:pt>
                <c:pt idx="1643">
                  <c:v>0.99849397590400002</c:v>
                </c:pt>
                <c:pt idx="1644">
                  <c:v>0.99849397590400002</c:v>
                </c:pt>
                <c:pt idx="1645">
                  <c:v>0.99849397590400002</c:v>
                </c:pt>
                <c:pt idx="1646">
                  <c:v>0.99849397590400002</c:v>
                </c:pt>
                <c:pt idx="1647">
                  <c:v>1</c:v>
                </c:pt>
                <c:pt idx="1648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AA0-8A43-B9DE-25A9CB3816BD}"/>
            </c:ext>
          </c:extLst>
        </c:ser>
        <c:ser>
          <c:idx val="1"/>
          <c:order val="1"/>
          <c:tx>
            <c:v>Случайный</c:v>
          </c:tx>
          <c:spPr>
            <a:ln w="9525">
              <a:solidFill>
                <a:srgbClr val="8C969D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AA0-8A43-B9DE-25A9CB381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>
                    <a:latin typeface="Helvetica Neue"/>
                    <a:ea typeface="Helvetica Neue"/>
                    <a:cs typeface="Helvetica Neue"/>
                  </a:rPr>
                  <a:t>True positive rate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">
                    <a:latin typeface="Helvetica Neue"/>
                    <a:ea typeface="Helvetica Neue"/>
                    <a:cs typeface="Helvetica Neue"/>
                  </a:rPr>
                  <a:t>False positive rate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72768"/>
        <c:crosses val="autoZero"/>
        <c:crossBetween val="midCat"/>
        <c:majorUnit val="0.2"/>
      </c:valAx>
    </c:plotArea>
    <c:legend>
      <c:legendPos val="b"/>
      <c:overlay val="0"/>
      <c:txPr>
        <a:bodyPr anchorCtr="1"/>
        <a:lstStyle/>
        <a:p>
          <a:pPr>
            <a:defRPr sz="1575">
              <a:latin typeface="Helvetica Neue"/>
              <a:ea typeface="Helvetica Neue"/>
              <a:cs typeface="Helvetica Neue"/>
            </a:defRPr>
          </a:pPr>
          <a:endParaRPr lang="ru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PSI LIMIT_BAL</c:v>
          </c:tx>
          <c:spPr>
            <a:solidFill>
              <a:srgbClr val="285A8E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B48324"/>
              </a:solidFill>
            </c:spPr>
            <c:extLst>
              <c:ext xmlns:c16="http://schemas.microsoft.com/office/drawing/2014/chart" uri="{C3380CC4-5D6E-409C-BE32-E72D297353CC}">
                <c16:uniqueId val="{00000001-3343-AD46-8631-2F90FF8660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>
                    <a:latin typeface="Helvetica Neue"/>
                    <a:ea typeface="Helvetica Neue"/>
                    <a:cs typeface="Helvetica Neue"/>
                  </a:defRPr>
                </a:pPr>
                <a:endParaRPr lang="ru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Normal</c:v>
                </c:pt>
                <c:pt idx="1">
                  <c:v>Shifted: лимит ×0,05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1.8328203329199998E-2</c:v>
                </c:pt>
                <c:pt idx="1">
                  <c:v>11.3748943302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343-AD46-8631-2F90FF8660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>
                    <a:latin typeface="Helvetica Neue"/>
                    <a:ea typeface="Helvetica Neue"/>
                    <a:cs typeface="Helvetica Neue"/>
                  </a:rPr>
                  <a:t>PSI</a:t>
                </a:r>
              </a:p>
            </c:rich>
          </c:tx>
          <c:overlay val="0"/>
        </c:title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ru-US"/>
          </a:p>
        </c:txPr>
        <c:crossAx val="48650112"/>
        <c:crosses val="autoZero"/>
        <c:crossBetween val="between"/>
        <c:majorUnit val="3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6F080DB-18C9-4B3D-B2FB-6F8845FE17E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PD-</a:t>
            </a:r>
            <a:r>
              <a:rPr sz="3300" b="1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модель</a:t>
            </a:r>
            <a:r>
              <a:rPr sz="330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300" b="1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кредитного</a:t>
            </a:r>
            <a:r>
              <a:rPr sz="330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300" b="1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дефолта</a:t>
            </a:r>
            <a:endParaRPr sz="3300" b="1" dirty="0"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EB18C1-E782-4584-80BE-51EFDC476176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572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Автоматизированная</a:t>
            </a:r>
            <a:r>
              <a:rPr sz="3000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000" b="0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разработка</a:t>
            </a:r>
            <a:r>
              <a:rPr sz="3000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000" b="0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и</a:t>
            </a:r>
            <a:r>
              <a:rPr sz="3000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000" b="0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обслуживание</a:t>
            </a:r>
            <a:r>
              <a:rPr sz="3000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000" b="0" dirty="0" err="1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модели</a:t>
            </a:r>
            <a:endParaRPr sz="3000" b="0" dirty="0"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52C7256-7621-4896-B8C4-B630F594F21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30 000 </a:t>
            </a:r>
            <a:r>
              <a:rPr sz="240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клиентов</a:t>
            </a:r>
            <a:r>
              <a:rPr sz="240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· 23 </a:t>
            </a:r>
            <a:r>
              <a:rPr sz="240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признака</a:t>
            </a:r>
            <a:r>
              <a:rPr sz="240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· </a:t>
            </a:r>
            <a:r>
              <a:rPr sz="240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горизонт</a:t>
            </a:r>
            <a:r>
              <a:rPr sz="240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один</a:t>
            </a:r>
            <a:r>
              <a:rPr sz="240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месяц</a:t>
            </a:r>
            <a:endParaRPr sz="2400" b="0" dirty="0">
              <a:solidFill>
                <a:srgbClr val="172C3E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CDBA3D-0598-4C99-BF1D-E992220B76D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GX · scikit-learn · </a:t>
            </a:r>
            <a:r>
              <a:rPr sz="2250" b="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MLflow</a:t>
            </a:r>
            <a:r>
              <a:rPr sz="2250" b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· DVC · </a:t>
            </a:r>
            <a:r>
              <a:rPr sz="2250" b="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FastAPI</a:t>
            </a:r>
            <a:r>
              <a:rPr sz="2250" b="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· PSI</a:t>
            </a:r>
          </a:p>
        </p:txBody>
      </p:sp>
    </p:spTree>
    <p:extLst>
      <p:ext uri="{BB962C8B-B14F-4D97-AF65-F5344CB8AC3E}">
        <p14:creationId xmlns:p14="http://schemas.microsoft.com/office/powerpoint/2010/main" val="145334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9B50AB-1F1B-4CC9-9C14-57424700C4F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Автоматизированный</a:t>
            </a:r>
            <a:r>
              <a:rPr sz="3300" b="1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</a:t>
            </a:r>
            <a:r>
              <a:rPr sz="3300" b="1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пайплайн</a:t>
            </a:r>
            <a:endParaRPr sz="3300" b="1" dirty="0">
              <a:solidFill>
                <a:srgbClr val="172C3E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5B172C-A6AE-4274-B9EB-4FEEB278E0B1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CSV → GX → prepare → train CV + </a:t>
            </a:r>
            <a:r>
              <a:rPr sz="2625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MLflow</a:t>
            </a:r>
            <a:endParaRPr sz="2625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98A058-9E28-46FB-9620-5E4D695E8755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Champion </a:t>
            </a:r>
            <a:r>
              <a:rPr sz="2625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по</a:t>
            </a:r>
            <a:r>
              <a:rPr sz="2625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CV → evaluate </a:t>
            </a:r>
            <a:r>
              <a:rPr sz="2625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на</a:t>
            </a:r>
            <a:r>
              <a:rPr sz="2625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test → API → PSI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BDCEE1-44B1-4B04-91A0-4F130F990B6A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Признаки</a:t>
            </a:r>
            <a:r>
              <a:rPr sz="225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→ Imputer → Scaler / </a:t>
            </a:r>
            <a:r>
              <a:rPr sz="225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OneHotEncoder</a:t>
            </a:r>
            <a:r>
              <a:rPr sz="2250" b="0" dirty="0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→ </a:t>
            </a:r>
            <a:r>
              <a:rPr sz="2250" b="0" dirty="0" err="1">
                <a:solidFill>
                  <a:srgbClr val="172C3E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модель</a:t>
            </a:r>
            <a:endParaRPr sz="2250" b="0" dirty="0">
              <a:solidFill>
                <a:srgbClr val="172C3E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7B2B669-AF5A-4A04-B83E-825AEC2E1D1C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Один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ru-RU"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пайплайн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для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обучения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lang="ru-RU"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батч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2100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HTTP </a:t>
            </a:r>
            <a:r>
              <a:rPr lang="ru-RU" sz="2100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инференс</a:t>
            </a:r>
            <a:endParaRPr sz="2100" b="0" dirty="0">
              <a:solidFill>
                <a:srgbClr val="172C3E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94202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A7BF81-2E06-453E-88A0-E352F185841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Данные и их проверка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609600" y="1524000"/>
          <a:ext cx="6048375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B9A289-1227-4497-A3AE-639AD850F4AA}"/>
              </a:ext>
            </a:extLst>
          </p:cNvPr>
          <p:cNvSpPr>
            <a:spLocks noGrp="1"/>
          </p:cNvSpPr>
          <p:nvPr/>
        </p:nvSpPr>
        <p:spPr>
          <a:xfrm>
            <a:off x="7191375" y="1647825"/>
            <a:ext cx="4333875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Дефолты: 22.12% train</a:t>
            </a:r>
          </a:p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Нет пропусков в snapshot</a:t>
            </a:r>
          </a:p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Отрицательные счета сохранены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01ACAD-FDB9-4F2C-BDA0-C227374C389C}"/>
              </a:ext>
            </a:extLst>
          </p:cNvPr>
          <p:cNvSpPr>
            <a:spLocks noGrp="1"/>
          </p:cNvSpPr>
          <p:nvPr/>
        </p:nvSpPr>
        <p:spPr>
          <a:xfrm>
            <a:off x="7191375" y="3752850"/>
            <a:ext cx="4333875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Train 23 999 / test 6 001</a:t>
            </a:r>
          </a:p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Совпадений групп между ними: 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E88E7A6-D73C-44C1-AA1B-BF7A280F42D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GX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блокирует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AGE=150;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одинаковые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входы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разных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клиентов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разделяются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по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группам</a:t>
            </a:r>
            <a:endParaRPr sz="1725" b="0" dirty="0">
              <a:solidFill>
                <a:srgbClr val="566875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355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9CB140-B503-4249-8171-F914436A02F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Пять экспериментов и выбор модели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609600" y="1381125"/>
          <a:ext cx="109728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8061E0-580D-4F4F-9D5E-3F93E28B3FB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E5: 0.7848 ± 0.0016; E3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близок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. FE </a:t>
            </a:r>
            <a:r>
              <a:rPr lang="ru-RU"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-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агрегаты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и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возрастные</a:t>
            </a:r>
            <a:r>
              <a:rPr sz="1725" b="0" dirty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 dirty="0" err="1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группы</a:t>
            </a:r>
            <a:endParaRPr sz="1725" b="0" dirty="0">
              <a:solidFill>
                <a:srgbClr val="566875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5304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1BCAEA-8966-4575-9E47-32D84C80A15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Качество на отложенной test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5B60DFA-635C-46CB-890E-E746CA73166A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28625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ROC-AUC  0.7942</a:t>
            </a:r>
          </a:p>
          <a:p>
            <a:pPr>
              <a:def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Precision  0.6961</a:t>
            </a:r>
          </a:p>
          <a:p>
            <a:pPr>
              <a:def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Recall  0.3795</a:t>
            </a:r>
          </a:p>
          <a:p>
            <a:pPr>
              <a:def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F1  0.4912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F26E1B-B0D6-4410-9F26-3F760D510ADC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2862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AP 0.5772</a:t>
            </a:r>
          </a:p>
          <a:p>
            <a:pPr>
              <a:def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Brier 0.1312</a:t>
            </a:r>
          </a:p>
          <a:p>
            <a:pPr>
              <a:def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Порог 0,5; test 6 001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381625" y="1476375"/>
          <a:ext cx="6200775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8240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F8DAAE-DD84-427B-ABC2-2C6AF3DB84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Воспроизводимость и CI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2813C1-6017-418B-9D65-FB31B38001A0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10668000" cy="1457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DVC: prepare → train → evaluate</a:t>
            </a:r>
          </a:p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Данные и модели: локальный remote и архив для переноса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F9424E-EE62-47D0-9C51-03DFF982EA6A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6680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53 теста прошли · Black и flake8 прошли</a:t>
            </a:r>
          </a:p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GX проверяется отдельно в GitHub Actions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A2FF9F-0733-4723-9E3F-CD09EE9C8348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Версии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среды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+ seeds + SHA-256 + Git commit + 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MLflow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run</a:t>
            </a:r>
          </a:p>
        </p:txBody>
      </p:sp>
    </p:spTree>
    <p:extLst>
      <p:ext uri="{BB962C8B-B14F-4D97-AF65-F5344CB8AC3E}">
        <p14:creationId xmlns:p14="http://schemas.microsoft.com/office/powerpoint/2010/main" val="10570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2585EF-2D26-4D82-ACF9-85C70211C5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FastAPI: проверенный HTTP inference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AEC30F-FEF1-40C1-A6C1-5354701CF5B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085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POST /predict · 23 </a:t>
            </a:r>
            <a:r>
              <a:rPr sz="2325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исходных</a:t>
            </a:r>
            <a:r>
              <a:rPr sz="2325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325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признака</a:t>
            </a:r>
            <a:endParaRPr sz="2325" b="0" dirty="0">
              <a:solidFill>
                <a:srgbClr val="172C3E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325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HTTP 200 · batch = API · </a:t>
            </a:r>
            <a:r>
              <a:rPr sz="2325" b="0" dirty="0" err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некорректный</a:t>
            </a:r>
            <a:r>
              <a:rPr sz="2325" b="0" dirty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 JSON → 422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97D291-2810-46DC-947D-DD76AE309B1B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972800" cy="2438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 "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default_prediction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": 0,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 "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default_probability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": 0.1940442438017148,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 "threshold": 0.5,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 "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model_version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": "E5_gb_features-041eb95c974a",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  "</a:t>
            </a:r>
            <a:r>
              <a:rPr sz="2100" b="0" dirty="0" err="1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schema_version</a:t>
            </a: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": "credit-v1"</a:t>
            </a:r>
          </a:p>
          <a:p>
            <a:pPr>
              <a:defRPr sz="2100" b="0">
                <a:solidFill>
                  <a:srgbClr val="285A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chemeClr val="bg2">
                    <a:lumMod val="10000"/>
                  </a:schemeClr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B6F4AD-6D3A-49C0-9F6A-9CB07DFD785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SHA-256 модели проверяется при старте; Docker healthy на порту 8001</a:t>
            </a:r>
          </a:p>
        </p:txBody>
      </p:sp>
    </p:spTree>
    <p:extLst>
      <p:ext uri="{BB962C8B-B14F-4D97-AF65-F5344CB8AC3E}">
        <p14:creationId xmlns:p14="http://schemas.microsoft.com/office/powerpoint/2010/main" val="75979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69D93BB-83D8-472C-8B08-40D6D9799EC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Мониторинг дрифта через API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609600" y="1400175"/>
          <a:ext cx="6381750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B6E9DF4-F1E6-4321-9482-3EEC4B518611}"/>
              </a:ext>
            </a:extLst>
          </p:cNvPr>
          <p:cNvSpPr>
            <a:spLocks noGrp="1"/>
          </p:cNvSpPr>
          <p:nvPr/>
        </p:nvSpPr>
        <p:spPr>
          <a:xfrm>
            <a:off x="7334250" y="1657350"/>
            <a:ext cx="4219575" cy="1171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2 000 запросов без ошибок</a:t>
            </a:r>
          </a:p>
          <a:p>
            <a:pPr>
              <a:def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Reference и API одной версии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3FFBEE2-5E75-4252-BAF3-E3754885E368}"/>
              </a:ext>
            </a:extLst>
          </p:cNvPr>
          <p:cNvSpPr>
            <a:spLocks noGrp="1"/>
          </p:cNvSpPr>
          <p:nvPr/>
        </p:nvSpPr>
        <p:spPr>
          <a:xfrm>
            <a:off x="7334250" y="3314700"/>
            <a:ext cx="4219575" cy="1628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PSI вероятностей</a:t>
            </a:r>
          </a:p>
          <a:p>
            <a:pPr>
              <a:def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Normal: 0.0047</a:t>
            </a:r>
          </a:p>
          <a:p>
            <a:pPr>
              <a:def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C3E"/>
                </a:solidFill>
                <a:latin typeface="Helvetica Neue"/>
                <a:ea typeface="Helvetica Neue"/>
                <a:cs typeface="Helvetica Neue"/>
              </a:rPr>
              <a:t>Shifted: 1.0388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1BDE89-E5D7-4F84-A73F-96D9E714965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875"/>
                </a:solidFill>
                <a:latin typeface="Helvetica Neue"/>
                <a:ea typeface="Helvetica Neue"/>
                <a:cs typeface="Helvetica Neue"/>
              </a:rPr>
              <a:t>Alert ≥ 0,25. Сигнал распределения требует расследования и не доказывает concept drift</a:t>
            </a:r>
          </a:p>
        </p:txBody>
      </p:sp>
    </p:spTree>
    <p:extLst>
      <p:ext uri="{BB962C8B-B14F-4D97-AF65-F5344CB8AC3E}">
        <p14:creationId xmlns:p14="http://schemas.microsoft.com/office/powerpoint/2010/main" val="918774587"/>
      </p:ext>
    </p:extLst>
  </p:cSld>
  <p:clrMapOvr>
    <a:masterClrMapping/>
  </p:clrMapOvr>
</p:sld>
</file>

<file path=ppt/theme/theme1.xml><?xml version="1.0" encoding="utf-8"?>
<a:theme xmlns:a="http://schemas.openxmlformats.org/drawingml/2006/main" name="PD Model">
  <a:themeElements>
    <a:clrScheme name="PD Mode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D Mod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D Model">
  <a:themeElements>
    <a:clrScheme name="PD Mode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D Mod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324</Words>
  <Application>Microsoft Macintosh PowerPoint</Application>
  <DocSecurity>0</DocSecurity>
  <PresentationFormat>Широкоэкранный</PresentationFormat>
  <Paragraphs>55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Helvetica Neue</vt:lpstr>
      <vt:lpstr>Times New Roman</vt:lpstr>
      <vt:lpstr>PD Model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PD-модель кредитного дефолта</dc:title>
  <cp:lastModifiedBy>Microsoft Office User</cp:lastModifiedBy>
  <cp:revision>4</cp:revision>
  <dcterms:created xsi:type="dcterms:W3CDTF">2026-10-07T18:29:28Z</dcterms:created>
  <dcterms:modified xsi:type="dcterms:W3CDTF">2026-10-20T15:21:35Z</dcterms:modified>
</cp:coreProperties>
</file>